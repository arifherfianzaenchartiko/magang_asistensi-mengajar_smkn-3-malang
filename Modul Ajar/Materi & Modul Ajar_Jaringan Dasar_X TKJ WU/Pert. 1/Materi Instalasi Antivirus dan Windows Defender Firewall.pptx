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9"/>
  </p:notesMasterIdLst>
  <p:sldIdLst>
    <p:sldId id="256" r:id="rId2"/>
    <p:sldId id="257" r:id="rId3"/>
    <p:sldId id="307" r:id="rId4"/>
    <p:sldId id="304" r:id="rId5"/>
    <p:sldId id="276" r:id="rId6"/>
    <p:sldId id="308" r:id="rId7"/>
    <p:sldId id="306" r:id="rId8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10"/>
    </p:embeddedFont>
    <p:embeddedFont>
      <p:font typeface="Arial Rounded MT Bold" panose="020F0704030504030204" pitchFamily="34" charset="0"/>
      <p:regular r:id="rId11"/>
    </p:embeddedFont>
    <p:embeddedFont>
      <p:font typeface="Bahiana" panose="020B0604020202020204" charset="0"/>
      <p:regular r:id="rId12"/>
    </p:embeddedFont>
    <p:embeddedFont>
      <p:font typeface="Barlow" panose="00000500000000000000" pitchFamily="2" charset="0"/>
      <p:regular r:id="rId13"/>
      <p:bold r:id="rId14"/>
      <p:italic r:id="rId15"/>
      <p:boldItalic r:id="rId16"/>
    </p:embeddedFont>
    <p:embeddedFont>
      <p:font typeface="Fira Sans Extra Condensed Medium" panose="020B0604020202020204" charset="0"/>
      <p:regular r:id="rId17"/>
      <p:bold r:id="rId18"/>
      <p:italic r:id="rId19"/>
      <p:boldItalic r:id="rId20"/>
    </p:embeddedFont>
    <p:embeddedFont>
      <p:font typeface="Squada One" panose="020B0604020202020204" charset="0"/>
      <p:regular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8AA1591-AA42-4992-983C-6A254B0969B9}">
  <a:tblStyle styleId="{08AA1591-AA42-4992-983C-6A254B0969B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09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viewProps" Target="view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81019570e5_0_5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81019570e5_0_5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6b20e22304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6b20e22304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>
          <a:extLst>
            <a:ext uri="{FF2B5EF4-FFF2-40B4-BE49-F238E27FC236}">
              <a16:creationId xmlns:a16="http://schemas.microsoft.com/office/drawing/2014/main" id="{2E6FA198-5F9E-F8EF-93FB-09E9C390A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6b20e22304_0_83:notes">
            <a:extLst>
              <a:ext uri="{FF2B5EF4-FFF2-40B4-BE49-F238E27FC236}">
                <a16:creationId xmlns:a16="http://schemas.microsoft.com/office/drawing/2014/main" id="{EBDE106F-6EF3-7BA8-3989-F9E61CD8E1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6b20e22304_0_83:notes">
            <a:extLst>
              <a:ext uri="{FF2B5EF4-FFF2-40B4-BE49-F238E27FC236}">
                <a16:creationId xmlns:a16="http://schemas.microsoft.com/office/drawing/2014/main" id="{47411260-CE50-89F4-CD26-C916D02EA3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60313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81019570e5_0_15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81019570e5_0_15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19600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81019570e5_0_15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81019570e5_0_15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5">
          <a:extLst>
            <a:ext uri="{FF2B5EF4-FFF2-40B4-BE49-F238E27FC236}">
              <a16:creationId xmlns:a16="http://schemas.microsoft.com/office/drawing/2014/main" id="{8760018E-C803-578E-C849-194537223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81019570e5_0_1580:notes">
            <a:extLst>
              <a:ext uri="{FF2B5EF4-FFF2-40B4-BE49-F238E27FC236}">
                <a16:creationId xmlns:a16="http://schemas.microsoft.com/office/drawing/2014/main" id="{4B54D9FC-354E-BB68-865E-B890332997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81019570e5_0_1580:notes">
            <a:extLst>
              <a:ext uri="{FF2B5EF4-FFF2-40B4-BE49-F238E27FC236}">
                <a16:creationId xmlns:a16="http://schemas.microsoft.com/office/drawing/2014/main" id="{32662075-2F94-F9FE-4D73-65E361A708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31701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81019570e5_0_9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g81019570e5_0_9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95558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2600" y="0"/>
            <a:ext cx="9138638" cy="5143500"/>
            <a:chOff x="2600" y="0"/>
            <a:chExt cx="9138638" cy="5143500"/>
          </a:xfrm>
        </p:grpSpPr>
        <p:sp>
          <p:nvSpPr>
            <p:cNvPr id="10" name="Google Shape;10;p2"/>
            <p:cNvSpPr/>
            <p:nvPr/>
          </p:nvSpPr>
          <p:spPr>
            <a:xfrm>
              <a:off x="2325975" y="325725"/>
              <a:ext cx="4491900" cy="4491900"/>
            </a:xfrm>
            <a:prstGeom prst="ellipse">
              <a:avLst/>
            </a:prstGeom>
            <a:solidFill>
              <a:srgbClr val="2EE6C4">
                <a:alpha val="450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" name="Google Shape;11;p2"/>
            <p:cNvGrpSpPr/>
            <p:nvPr/>
          </p:nvGrpSpPr>
          <p:grpSpPr>
            <a:xfrm>
              <a:off x="2600" y="0"/>
              <a:ext cx="9138638" cy="5143500"/>
              <a:chOff x="0" y="0"/>
              <a:chExt cx="9138638" cy="5143500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5744400" y="2532050"/>
                <a:ext cx="2496775" cy="2611450"/>
              </a:xfrm>
              <a:custGeom>
                <a:avLst/>
                <a:gdLst/>
                <a:ahLst/>
                <a:cxnLst/>
                <a:rect l="l" t="t" r="r" b="b"/>
                <a:pathLst>
                  <a:path w="99871" h="104458" extrusionOk="0">
                    <a:moveTo>
                      <a:pt x="20710" y="20753"/>
                    </a:moveTo>
                    <a:lnTo>
                      <a:pt x="77504" y="59211"/>
                    </a:lnTo>
                    <a:lnTo>
                      <a:pt x="15797" y="89169"/>
                    </a:lnTo>
                    <a:lnTo>
                      <a:pt x="20710" y="20753"/>
                    </a:lnTo>
                    <a:close/>
                    <a:moveTo>
                      <a:pt x="14233" y="1"/>
                    </a:moveTo>
                    <a:cubicBezTo>
                      <a:pt x="13129" y="1"/>
                      <a:pt x="12021" y="248"/>
                      <a:pt x="10997" y="750"/>
                    </a:cubicBezTo>
                    <a:cubicBezTo>
                      <a:pt x="8609" y="1905"/>
                      <a:pt x="7027" y="4241"/>
                      <a:pt x="6838" y="6885"/>
                    </a:cubicBezTo>
                    <a:lnTo>
                      <a:pt x="90" y="100914"/>
                    </a:lnTo>
                    <a:cubicBezTo>
                      <a:pt x="0" y="102151"/>
                      <a:pt x="228" y="103363"/>
                      <a:pt x="716" y="104458"/>
                    </a:cubicBezTo>
                    <a:lnTo>
                      <a:pt x="18242" y="104458"/>
                    </a:lnTo>
                    <a:lnTo>
                      <a:pt x="95527" y="66938"/>
                    </a:lnTo>
                    <a:cubicBezTo>
                      <a:pt x="96242" y="66593"/>
                      <a:pt x="96892" y="66138"/>
                      <a:pt x="97445" y="65598"/>
                    </a:cubicBezTo>
                    <a:cubicBezTo>
                      <a:pt x="98734" y="64347"/>
                      <a:pt x="99549" y="62650"/>
                      <a:pt x="99682" y="60803"/>
                    </a:cubicBezTo>
                    <a:cubicBezTo>
                      <a:pt x="99871" y="58159"/>
                      <a:pt x="98639" y="55620"/>
                      <a:pt x="96446" y="54137"/>
                    </a:cubicBezTo>
                    <a:lnTo>
                      <a:pt x="18388" y="1280"/>
                    </a:lnTo>
                    <a:cubicBezTo>
                      <a:pt x="17142" y="432"/>
                      <a:pt x="15688" y="1"/>
                      <a:pt x="14233" y="1"/>
                    </a:cubicBezTo>
                    <a:close/>
                  </a:path>
                </a:pathLst>
              </a:custGeom>
              <a:solidFill>
                <a:srgbClr val="2EE6C4">
                  <a:alpha val="45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0" y="0"/>
                <a:ext cx="4590109" cy="2185646"/>
              </a:xfrm>
              <a:custGeom>
                <a:avLst/>
                <a:gdLst/>
                <a:ahLst/>
                <a:cxnLst/>
                <a:rect l="l" t="t" r="r" b="b"/>
                <a:pathLst>
                  <a:path w="147426" h="70199" extrusionOk="0">
                    <a:moveTo>
                      <a:pt x="10785" y="1"/>
                    </a:moveTo>
                    <a:lnTo>
                      <a:pt x="1" y="12836"/>
                    </a:lnTo>
                    <a:lnTo>
                      <a:pt x="1" y="46342"/>
                    </a:lnTo>
                    <a:lnTo>
                      <a:pt x="133677" y="70027"/>
                    </a:lnTo>
                    <a:cubicBezTo>
                      <a:pt x="134325" y="70141"/>
                      <a:pt x="134974" y="70198"/>
                      <a:pt x="135619" y="70198"/>
                    </a:cubicBezTo>
                    <a:cubicBezTo>
                      <a:pt x="136144" y="70198"/>
                      <a:pt x="136671" y="70159"/>
                      <a:pt x="137192" y="70084"/>
                    </a:cubicBezTo>
                    <a:cubicBezTo>
                      <a:pt x="139859" y="69705"/>
                      <a:pt x="142342" y="68359"/>
                      <a:pt x="144128" y="66232"/>
                    </a:cubicBezTo>
                    <a:cubicBezTo>
                      <a:pt x="146687" y="63190"/>
                      <a:pt x="147426" y="59020"/>
                      <a:pt x="146071" y="55287"/>
                    </a:cubicBezTo>
                    <a:lnTo>
                      <a:pt x="125996" y="1"/>
                    </a:lnTo>
                    <a:lnTo>
                      <a:pt x="102340" y="1"/>
                    </a:lnTo>
                    <a:lnTo>
                      <a:pt x="118596" y="44769"/>
                    </a:lnTo>
                    <a:lnTo>
                      <a:pt x="17289" y="26822"/>
                    </a:lnTo>
                    <a:lnTo>
                      <a:pt x="39832" y="1"/>
                    </a:lnTo>
                    <a:close/>
                  </a:path>
                </a:pathLst>
              </a:custGeom>
              <a:solidFill>
                <a:srgbClr val="2EE6C4">
                  <a:alpha val="45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6583675" y="0"/>
                <a:ext cx="959475" cy="574975"/>
              </a:xfrm>
              <a:custGeom>
                <a:avLst/>
                <a:gdLst/>
                <a:ahLst/>
                <a:cxnLst/>
                <a:rect l="l" t="t" r="r" b="b"/>
                <a:pathLst>
                  <a:path w="38379" h="22999" extrusionOk="0">
                    <a:moveTo>
                      <a:pt x="1" y="1"/>
                    </a:moveTo>
                    <a:lnTo>
                      <a:pt x="28154" y="21999"/>
                    </a:lnTo>
                    <a:cubicBezTo>
                      <a:pt x="28552" y="22312"/>
                      <a:pt x="28992" y="22554"/>
                      <a:pt x="29458" y="22719"/>
                    </a:cubicBezTo>
                    <a:cubicBezTo>
                      <a:pt x="29969" y="22904"/>
                      <a:pt x="30509" y="22998"/>
                      <a:pt x="31054" y="22998"/>
                    </a:cubicBezTo>
                    <a:cubicBezTo>
                      <a:pt x="31651" y="22998"/>
                      <a:pt x="32248" y="22885"/>
                      <a:pt x="32817" y="22657"/>
                    </a:cubicBezTo>
                    <a:cubicBezTo>
                      <a:pt x="34375" y="22023"/>
                      <a:pt x="35484" y="20610"/>
                      <a:pt x="35716" y="18943"/>
                    </a:cubicBezTo>
                    <a:lnTo>
                      <a:pt x="38378" y="1"/>
                    </a:lnTo>
                    <a:lnTo>
                      <a:pt x="28865" y="1"/>
                    </a:lnTo>
                    <a:lnTo>
                      <a:pt x="27524" y="9552"/>
                    </a:lnTo>
                    <a:lnTo>
                      <a:pt x="15301" y="1"/>
                    </a:lnTo>
                    <a:close/>
                  </a:path>
                </a:pathLst>
              </a:custGeom>
              <a:solidFill>
                <a:srgbClr val="2EE6C4">
                  <a:alpha val="45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 rot="10800000">
                <a:off x="8357563" y="268825"/>
                <a:ext cx="781075" cy="995825"/>
              </a:xfrm>
              <a:custGeom>
                <a:avLst/>
                <a:gdLst/>
                <a:ahLst/>
                <a:cxnLst/>
                <a:rect l="l" t="t" r="r" b="b"/>
                <a:pathLst>
                  <a:path w="31243" h="39833" extrusionOk="0">
                    <a:moveTo>
                      <a:pt x="1" y="1"/>
                    </a:moveTo>
                    <a:lnTo>
                      <a:pt x="1" y="7491"/>
                    </a:lnTo>
                    <a:lnTo>
                      <a:pt x="21885" y="22311"/>
                    </a:lnTo>
                    <a:lnTo>
                      <a:pt x="1" y="32938"/>
                    </a:lnTo>
                    <a:lnTo>
                      <a:pt x="1" y="39832"/>
                    </a:lnTo>
                    <a:lnTo>
                      <a:pt x="29423" y="25547"/>
                    </a:lnTo>
                    <a:cubicBezTo>
                      <a:pt x="29727" y="25400"/>
                      <a:pt x="29996" y="25210"/>
                      <a:pt x="30229" y="24983"/>
                    </a:cubicBezTo>
                    <a:cubicBezTo>
                      <a:pt x="30769" y="24462"/>
                      <a:pt x="31110" y="23751"/>
                      <a:pt x="31167" y="22979"/>
                    </a:cubicBezTo>
                    <a:cubicBezTo>
                      <a:pt x="31242" y="21871"/>
                      <a:pt x="30726" y="20810"/>
                      <a:pt x="29812" y="20189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EE6C4">
                  <a:alpha val="45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" name="Google Shape;16;p2"/>
          <p:cNvGrpSpPr/>
          <p:nvPr/>
        </p:nvGrpSpPr>
        <p:grpSpPr>
          <a:xfrm>
            <a:off x="317250" y="100236"/>
            <a:ext cx="8509400" cy="5119132"/>
            <a:chOff x="317250" y="100236"/>
            <a:chExt cx="8509400" cy="5119132"/>
          </a:xfrm>
        </p:grpSpPr>
        <p:sp>
          <p:nvSpPr>
            <p:cNvPr id="17" name="Google Shape;17;p2"/>
            <p:cNvSpPr/>
            <p:nvPr/>
          </p:nvSpPr>
          <p:spPr>
            <a:xfrm>
              <a:off x="4459872" y="268825"/>
              <a:ext cx="224104" cy="112149"/>
            </a:xfrm>
            <a:custGeom>
              <a:avLst/>
              <a:gdLst/>
              <a:ahLst/>
              <a:cxnLst/>
              <a:rect l="l" t="t" r="r" b="b"/>
              <a:pathLst>
                <a:path w="2304" h="1153" extrusionOk="0">
                  <a:moveTo>
                    <a:pt x="0" y="1"/>
                  </a:moveTo>
                  <a:lnTo>
                    <a:pt x="1152" y="1153"/>
                  </a:lnTo>
                  <a:lnTo>
                    <a:pt x="23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4459872" y="4762622"/>
              <a:ext cx="224104" cy="112052"/>
            </a:xfrm>
            <a:custGeom>
              <a:avLst/>
              <a:gdLst/>
              <a:ahLst/>
              <a:cxnLst/>
              <a:rect l="l" t="t" r="r" b="b"/>
              <a:pathLst>
                <a:path w="2304" h="1152" extrusionOk="0">
                  <a:moveTo>
                    <a:pt x="1152" y="1"/>
                  </a:moveTo>
                  <a:lnTo>
                    <a:pt x="0" y="1152"/>
                  </a:lnTo>
                  <a:lnTo>
                    <a:pt x="2303" y="1152"/>
                  </a:lnTo>
                  <a:lnTo>
                    <a:pt x="11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706505" y="455700"/>
              <a:ext cx="423266" cy="416913"/>
            </a:xfrm>
            <a:custGeom>
              <a:avLst/>
              <a:gdLst/>
              <a:ahLst/>
              <a:cxnLst/>
              <a:rect l="l" t="t" r="r" b="b"/>
              <a:pathLst>
                <a:path w="7262" h="7153" extrusionOk="0">
                  <a:moveTo>
                    <a:pt x="2404" y="973"/>
                  </a:moveTo>
                  <a:lnTo>
                    <a:pt x="6233" y="2353"/>
                  </a:lnTo>
                  <a:lnTo>
                    <a:pt x="4855" y="6183"/>
                  </a:lnTo>
                  <a:lnTo>
                    <a:pt x="1025" y="4803"/>
                  </a:lnTo>
                  <a:lnTo>
                    <a:pt x="2404" y="973"/>
                  </a:lnTo>
                  <a:close/>
                  <a:moveTo>
                    <a:pt x="2150" y="1"/>
                  </a:moveTo>
                  <a:cubicBezTo>
                    <a:pt x="1975" y="1"/>
                    <a:pt x="1811" y="110"/>
                    <a:pt x="1748" y="284"/>
                  </a:cubicBezTo>
                  <a:lnTo>
                    <a:pt x="81" y="4914"/>
                  </a:lnTo>
                  <a:cubicBezTo>
                    <a:pt x="1" y="5135"/>
                    <a:pt x="115" y="5379"/>
                    <a:pt x="336" y="5459"/>
                  </a:cubicBezTo>
                  <a:lnTo>
                    <a:pt x="4968" y="7126"/>
                  </a:lnTo>
                  <a:cubicBezTo>
                    <a:pt x="5016" y="7144"/>
                    <a:pt x="5065" y="7152"/>
                    <a:pt x="5113" y="7152"/>
                  </a:cubicBezTo>
                  <a:cubicBezTo>
                    <a:pt x="5286" y="7152"/>
                    <a:pt x="5447" y="7045"/>
                    <a:pt x="5510" y="6872"/>
                  </a:cubicBezTo>
                  <a:lnTo>
                    <a:pt x="7181" y="2239"/>
                  </a:lnTo>
                  <a:cubicBezTo>
                    <a:pt x="7262" y="2018"/>
                    <a:pt x="7144" y="1774"/>
                    <a:pt x="6923" y="1696"/>
                  </a:cubicBezTo>
                  <a:lnTo>
                    <a:pt x="2293" y="26"/>
                  </a:lnTo>
                  <a:cubicBezTo>
                    <a:pt x="2246" y="9"/>
                    <a:pt x="2198" y="1"/>
                    <a:pt x="21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402600" y="100236"/>
              <a:ext cx="224103" cy="218722"/>
            </a:xfrm>
            <a:custGeom>
              <a:avLst/>
              <a:gdLst/>
              <a:ahLst/>
              <a:cxnLst/>
              <a:rect l="l" t="t" r="r" b="b"/>
              <a:pathLst>
                <a:path w="5009" h="4889" extrusionOk="0">
                  <a:moveTo>
                    <a:pt x="1573" y="0"/>
                  </a:moveTo>
                  <a:cubicBezTo>
                    <a:pt x="1513" y="0"/>
                    <a:pt x="1452" y="13"/>
                    <a:pt x="1393" y="41"/>
                  </a:cubicBezTo>
                  <a:cubicBezTo>
                    <a:pt x="1179" y="137"/>
                    <a:pt x="1085" y="392"/>
                    <a:pt x="1186" y="606"/>
                  </a:cubicBezTo>
                  <a:lnTo>
                    <a:pt x="1939" y="2236"/>
                  </a:lnTo>
                  <a:lnTo>
                    <a:pt x="308" y="2993"/>
                  </a:lnTo>
                  <a:cubicBezTo>
                    <a:pt x="94" y="3089"/>
                    <a:pt x="1" y="3344"/>
                    <a:pt x="101" y="3555"/>
                  </a:cubicBezTo>
                  <a:cubicBezTo>
                    <a:pt x="171" y="3711"/>
                    <a:pt x="325" y="3803"/>
                    <a:pt x="486" y="3803"/>
                  </a:cubicBezTo>
                  <a:cubicBezTo>
                    <a:pt x="547" y="3803"/>
                    <a:pt x="608" y="3790"/>
                    <a:pt x="667" y="3763"/>
                  </a:cubicBezTo>
                  <a:lnTo>
                    <a:pt x="2297" y="3009"/>
                  </a:lnTo>
                  <a:lnTo>
                    <a:pt x="3054" y="4643"/>
                  </a:lnTo>
                  <a:cubicBezTo>
                    <a:pt x="3124" y="4797"/>
                    <a:pt x="3279" y="4889"/>
                    <a:pt x="3441" y="4889"/>
                  </a:cubicBezTo>
                  <a:cubicBezTo>
                    <a:pt x="3500" y="4889"/>
                    <a:pt x="3559" y="4877"/>
                    <a:pt x="3616" y="4850"/>
                  </a:cubicBezTo>
                  <a:cubicBezTo>
                    <a:pt x="3830" y="4750"/>
                    <a:pt x="3924" y="4499"/>
                    <a:pt x="3827" y="4285"/>
                  </a:cubicBezTo>
                  <a:lnTo>
                    <a:pt x="3070" y="2652"/>
                  </a:lnTo>
                  <a:lnTo>
                    <a:pt x="4704" y="1898"/>
                  </a:lnTo>
                  <a:cubicBezTo>
                    <a:pt x="4914" y="1798"/>
                    <a:pt x="5008" y="1547"/>
                    <a:pt x="4911" y="1332"/>
                  </a:cubicBezTo>
                  <a:cubicBezTo>
                    <a:pt x="4838" y="1177"/>
                    <a:pt x="4686" y="1085"/>
                    <a:pt x="4526" y="1085"/>
                  </a:cubicBezTo>
                  <a:cubicBezTo>
                    <a:pt x="4465" y="1085"/>
                    <a:pt x="4404" y="1098"/>
                    <a:pt x="4346" y="1125"/>
                  </a:cubicBezTo>
                  <a:lnTo>
                    <a:pt x="2712" y="1878"/>
                  </a:lnTo>
                  <a:lnTo>
                    <a:pt x="1959" y="248"/>
                  </a:lnTo>
                  <a:cubicBezTo>
                    <a:pt x="1886" y="92"/>
                    <a:pt x="1733" y="0"/>
                    <a:pt x="15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" name="Google Shape;21;p2"/>
            <p:cNvGrpSpPr/>
            <p:nvPr/>
          </p:nvGrpSpPr>
          <p:grpSpPr>
            <a:xfrm>
              <a:off x="317250" y="268825"/>
              <a:ext cx="8509400" cy="4605850"/>
              <a:chOff x="317250" y="268825"/>
              <a:chExt cx="8509400" cy="4605850"/>
            </a:xfrm>
          </p:grpSpPr>
          <p:sp>
            <p:nvSpPr>
              <p:cNvPr id="22" name="Google Shape;22;p2"/>
              <p:cNvSpPr/>
              <p:nvPr/>
            </p:nvSpPr>
            <p:spPr>
              <a:xfrm>
                <a:off x="317250" y="268825"/>
                <a:ext cx="157100" cy="4605850"/>
              </a:xfrm>
              <a:custGeom>
                <a:avLst/>
                <a:gdLst/>
                <a:ahLst/>
                <a:cxnLst/>
                <a:rect l="l" t="t" r="r" b="b"/>
                <a:pathLst>
                  <a:path w="6284" h="184234" extrusionOk="0">
                    <a:moveTo>
                      <a:pt x="1" y="0"/>
                    </a:moveTo>
                    <a:lnTo>
                      <a:pt x="1" y="184233"/>
                    </a:lnTo>
                    <a:lnTo>
                      <a:pt x="6283" y="184233"/>
                    </a:lnTo>
                    <a:lnTo>
                      <a:pt x="6283" y="182906"/>
                    </a:lnTo>
                    <a:lnTo>
                      <a:pt x="1328" y="182906"/>
                    </a:lnTo>
                    <a:lnTo>
                      <a:pt x="1328" y="1332"/>
                    </a:lnTo>
                    <a:lnTo>
                      <a:pt x="6283" y="1332"/>
                    </a:lnTo>
                    <a:lnTo>
                      <a:pt x="628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 rot="10800000">
                <a:off x="8669550" y="268825"/>
                <a:ext cx="157100" cy="4605850"/>
              </a:xfrm>
              <a:custGeom>
                <a:avLst/>
                <a:gdLst/>
                <a:ahLst/>
                <a:cxnLst/>
                <a:rect l="l" t="t" r="r" b="b"/>
                <a:pathLst>
                  <a:path w="6284" h="184234" extrusionOk="0">
                    <a:moveTo>
                      <a:pt x="1" y="0"/>
                    </a:moveTo>
                    <a:lnTo>
                      <a:pt x="1" y="184233"/>
                    </a:lnTo>
                    <a:lnTo>
                      <a:pt x="6283" y="184233"/>
                    </a:lnTo>
                    <a:lnTo>
                      <a:pt x="6283" y="182906"/>
                    </a:lnTo>
                    <a:lnTo>
                      <a:pt x="1328" y="182906"/>
                    </a:lnTo>
                    <a:lnTo>
                      <a:pt x="1328" y="1332"/>
                    </a:lnTo>
                    <a:lnTo>
                      <a:pt x="6283" y="1332"/>
                    </a:lnTo>
                    <a:lnTo>
                      <a:pt x="628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" name="Google Shape;24;p2"/>
            <p:cNvSpPr/>
            <p:nvPr/>
          </p:nvSpPr>
          <p:spPr>
            <a:xfrm rot="-3000083">
              <a:off x="935724" y="4747579"/>
              <a:ext cx="496882" cy="342676"/>
            </a:xfrm>
            <a:custGeom>
              <a:avLst/>
              <a:gdLst/>
              <a:ahLst/>
              <a:cxnLst/>
              <a:rect l="l" t="t" r="r" b="b"/>
              <a:pathLst>
                <a:path w="15995" h="11031" extrusionOk="0">
                  <a:moveTo>
                    <a:pt x="4510" y="1"/>
                  </a:moveTo>
                  <a:cubicBezTo>
                    <a:pt x="4478" y="1"/>
                    <a:pt x="4445" y="5"/>
                    <a:pt x="4412" y="12"/>
                  </a:cubicBezTo>
                  <a:lnTo>
                    <a:pt x="368" y="990"/>
                  </a:lnTo>
                  <a:cubicBezTo>
                    <a:pt x="141" y="1047"/>
                    <a:pt x="0" y="1274"/>
                    <a:pt x="54" y="1502"/>
                  </a:cubicBezTo>
                  <a:cubicBezTo>
                    <a:pt x="102" y="1698"/>
                    <a:pt x="276" y="1829"/>
                    <a:pt x="467" y="1829"/>
                  </a:cubicBezTo>
                  <a:cubicBezTo>
                    <a:pt x="501" y="1829"/>
                    <a:pt x="535" y="1825"/>
                    <a:pt x="569" y="1817"/>
                  </a:cubicBezTo>
                  <a:lnTo>
                    <a:pt x="4198" y="939"/>
                  </a:lnTo>
                  <a:lnTo>
                    <a:pt x="5075" y="4572"/>
                  </a:lnTo>
                  <a:cubicBezTo>
                    <a:pt x="5120" y="4765"/>
                    <a:pt x="5295" y="4896"/>
                    <a:pt x="5486" y="4896"/>
                  </a:cubicBezTo>
                  <a:cubicBezTo>
                    <a:pt x="5519" y="4896"/>
                    <a:pt x="5553" y="4892"/>
                    <a:pt x="5587" y="4883"/>
                  </a:cubicBezTo>
                  <a:lnTo>
                    <a:pt x="9219" y="4009"/>
                  </a:lnTo>
                  <a:lnTo>
                    <a:pt x="10093" y="7638"/>
                  </a:lnTo>
                  <a:cubicBezTo>
                    <a:pt x="10141" y="7833"/>
                    <a:pt x="10315" y="7964"/>
                    <a:pt x="10509" y="7964"/>
                  </a:cubicBezTo>
                  <a:cubicBezTo>
                    <a:pt x="10542" y="7964"/>
                    <a:pt x="10575" y="7960"/>
                    <a:pt x="10608" y="7952"/>
                  </a:cubicBezTo>
                  <a:lnTo>
                    <a:pt x="14237" y="7076"/>
                  </a:lnTo>
                  <a:lnTo>
                    <a:pt x="15114" y="10704"/>
                  </a:lnTo>
                  <a:cubicBezTo>
                    <a:pt x="15160" y="10899"/>
                    <a:pt x="15336" y="11030"/>
                    <a:pt x="15528" y="11030"/>
                  </a:cubicBezTo>
                  <a:cubicBezTo>
                    <a:pt x="15560" y="11030"/>
                    <a:pt x="15593" y="11026"/>
                    <a:pt x="15626" y="11019"/>
                  </a:cubicBezTo>
                  <a:cubicBezTo>
                    <a:pt x="15858" y="10962"/>
                    <a:pt x="15994" y="10734"/>
                    <a:pt x="15941" y="10503"/>
                  </a:cubicBezTo>
                  <a:lnTo>
                    <a:pt x="14963" y="6463"/>
                  </a:lnTo>
                  <a:cubicBezTo>
                    <a:pt x="14918" y="6267"/>
                    <a:pt x="14744" y="6136"/>
                    <a:pt x="14554" y="6136"/>
                  </a:cubicBezTo>
                  <a:cubicBezTo>
                    <a:pt x="14520" y="6136"/>
                    <a:pt x="14486" y="6140"/>
                    <a:pt x="14452" y="6149"/>
                  </a:cubicBezTo>
                  <a:lnTo>
                    <a:pt x="10823" y="7025"/>
                  </a:lnTo>
                  <a:lnTo>
                    <a:pt x="9945" y="3393"/>
                  </a:lnTo>
                  <a:cubicBezTo>
                    <a:pt x="9897" y="3200"/>
                    <a:pt x="9726" y="3069"/>
                    <a:pt x="9534" y="3069"/>
                  </a:cubicBezTo>
                  <a:cubicBezTo>
                    <a:pt x="9500" y="3069"/>
                    <a:pt x="9465" y="3073"/>
                    <a:pt x="9430" y="3082"/>
                  </a:cubicBezTo>
                  <a:lnTo>
                    <a:pt x="5801" y="3955"/>
                  </a:lnTo>
                  <a:lnTo>
                    <a:pt x="4924" y="327"/>
                  </a:lnTo>
                  <a:cubicBezTo>
                    <a:pt x="4879" y="132"/>
                    <a:pt x="4703" y="1"/>
                    <a:pt x="45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7649030" y="4686859"/>
              <a:ext cx="336421" cy="336596"/>
            </a:xfrm>
            <a:custGeom>
              <a:avLst/>
              <a:gdLst/>
              <a:ahLst/>
              <a:cxnLst/>
              <a:rect l="l" t="t" r="r" b="b"/>
              <a:pathLst>
                <a:path w="5772" h="5775" extrusionOk="0">
                  <a:moveTo>
                    <a:pt x="2886" y="854"/>
                  </a:moveTo>
                  <a:cubicBezTo>
                    <a:pt x="4008" y="854"/>
                    <a:pt x="4921" y="1765"/>
                    <a:pt x="4921" y="2890"/>
                  </a:cubicBezTo>
                  <a:cubicBezTo>
                    <a:pt x="4921" y="4011"/>
                    <a:pt x="4008" y="4924"/>
                    <a:pt x="2886" y="4924"/>
                  </a:cubicBezTo>
                  <a:cubicBezTo>
                    <a:pt x="1765" y="4924"/>
                    <a:pt x="851" y="4011"/>
                    <a:pt x="851" y="2890"/>
                  </a:cubicBezTo>
                  <a:cubicBezTo>
                    <a:pt x="851" y="1765"/>
                    <a:pt x="1765" y="854"/>
                    <a:pt x="2886" y="854"/>
                  </a:cubicBezTo>
                  <a:close/>
                  <a:moveTo>
                    <a:pt x="2886" y="1"/>
                  </a:moveTo>
                  <a:cubicBezTo>
                    <a:pt x="1296" y="1"/>
                    <a:pt x="1" y="1296"/>
                    <a:pt x="1" y="2890"/>
                  </a:cubicBezTo>
                  <a:cubicBezTo>
                    <a:pt x="1" y="4479"/>
                    <a:pt x="1296" y="5774"/>
                    <a:pt x="2886" y="5774"/>
                  </a:cubicBezTo>
                  <a:cubicBezTo>
                    <a:pt x="4480" y="5774"/>
                    <a:pt x="5771" y="4479"/>
                    <a:pt x="5771" y="2890"/>
                  </a:cubicBezTo>
                  <a:cubicBezTo>
                    <a:pt x="5771" y="1296"/>
                    <a:pt x="4480" y="1"/>
                    <a:pt x="28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26;p2"/>
          <p:cNvSpPr txBox="1">
            <a:spLocks noGrp="1"/>
          </p:cNvSpPr>
          <p:nvPr>
            <p:ph type="subTitle" idx="1"/>
          </p:nvPr>
        </p:nvSpPr>
        <p:spPr>
          <a:xfrm>
            <a:off x="2249525" y="1626825"/>
            <a:ext cx="46449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2"/>
          <p:cNvSpPr txBox="1">
            <a:spLocks noGrp="1"/>
          </p:cNvSpPr>
          <p:nvPr>
            <p:ph type="ctrTitle"/>
          </p:nvPr>
        </p:nvSpPr>
        <p:spPr>
          <a:xfrm>
            <a:off x="1891125" y="718225"/>
            <a:ext cx="5361600" cy="1059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2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Font typeface="Bahiana"/>
              <a:buNone/>
              <a:defRPr sz="6000">
                <a:latin typeface="Bahiana"/>
                <a:ea typeface="Bahiana"/>
                <a:cs typeface="Bahiana"/>
                <a:sym typeface="Bahian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Font typeface="Bahiana"/>
              <a:buNone/>
              <a:defRPr sz="6000">
                <a:latin typeface="Bahiana"/>
                <a:ea typeface="Bahiana"/>
                <a:cs typeface="Bahiana"/>
                <a:sym typeface="Bahian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Font typeface="Bahiana"/>
              <a:buNone/>
              <a:defRPr sz="6000">
                <a:latin typeface="Bahiana"/>
                <a:ea typeface="Bahiana"/>
                <a:cs typeface="Bahiana"/>
                <a:sym typeface="Bahian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Font typeface="Bahiana"/>
              <a:buNone/>
              <a:defRPr sz="6000">
                <a:latin typeface="Bahiana"/>
                <a:ea typeface="Bahiana"/>
                <a:cs typeface="Bahiana"/>
                <a:sym typeface="Bahian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Font typeface="Bahiana"/>
              <a:buNone/>
              <a:defRPr sz="6000">
                <a:latin typeface="Bahiana"/>
                <a:ea typeface="Bahiana"/>
                <a:cs typeface="Bahiana"/>
                <a:sym typeface="Bahian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Font typeface="Bahiana"/>
              <a:buNone/>
              <a:defRPr sz="6000">
                <a:latin typeface="Bahiana"/>
                <a:ea typeface="Bahiana"/>
                <a:cs typeface="Bahiana"/>
                <a:sym typeface="Bahian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Font typeface="Bahiana"/>
              <a:buNone/>
              <a:defRPr sz="6000">
                <a:latin typeface="Bahiana"/>
                <a:ea typeface="Bahiana"/>
                <a:cs typeface="Bahiana"/>
                <a:sym typeface="Bahian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Font typeface="Bahiana"/>
              <a:buNone/>
              <a:defRPr sz="6000">
                <a:latin typeface="Bahiana"/>
                <a:ea typeface="Bahiana"/>
                <a:cs typeface="Bahiana"/>
                <a:sym typeface="Bahi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3"/>
          <p:cNvGrpSpPr/>
          <p:nvPr/>
        </p:nvGrpSpPr>
        <p:grpSpPr>
          <a:xfrm>
            <a:off x="317250" y="100236"/>
            <a:ext cx="8509400" cy="5119132"/>
            <a:chOff x="317250" y="100236"/>
            <a:chExt cx="8509400" cy="5119132"/>
          </a:xfrm>
        </p:grpSpPr>
        <p:sp>
          <p:nvSpPr>
            <p:cNvPr id="30" name="Google Shape;30;p3"/>
            <p:cNvSpPr/>
            <p:nvPr/>
          </p:nvSpPr>
          <p:spPr>
            <a:xfrm>
              <a:off x="4459872" y="268825"/>
              <a:ext cx="224104" cy="112149"/>
            </a:xfrm>
            <a:custGeom>
              <a:avLst/>
              <a:gdLst/>
              <a:ahLst/>
              <a:cxnLst/>
              <a:rect l="l" t="t" r="r" b="b"/>
              <a:pathLst>
                <a:path w="2304" h="1153" extrusionOk="0">
                  <a:moveTo>
                    <a:pt x="0" y="1"/>
                  </a:moveTo>
                  <a:lnTo>
                    <a:pt x="1152" y="1153"/>
                  </a:lnTo>
                  <a:lnTo>
                    <a:pt x="23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4459872" y="4762622"/>
              <a:ext cx="224104" cy="112052"/>
            </a:xfrm>
            <a:custGeom>
              <a:avLst/>
              <a:gdLst/>
              <a:ahLst/>
              <a:cxnLst/>
              <a:rect l="l" t="t" r="r" b="b"/>
              <a:pathLst>
                <a:path w="2304" h="1152" extrusionOk="0">
                  <a:moveTo>
                    <a:pt x="1152" y="1"/>
                  </a:moveTo>
                  <a:lnTo>
                    <a:pt x="0" y="1152"/>
                  </a:lnTo>
                  <a:lnTo>
                    <a:pt x="2303" y="1152"/>
                  </a:lnTo>
                  <a:lnTo>
                    <a:pt x="11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7706505" y="455700"/>
              <a:ext cx="423266" cy="416913"/>
            </a:xfrm>
            <a:custGeom>
              <a:avLst/>
              <a:gdLst/>
              <a:ahLst/>
              <a:cxnLst/>
              <a:rect l="l" t="t" r="r" b="b"/>
              <a:pathLst>
                <a:path w="7262" h="7153" extrusionOk="0">
                  <a:moveTo>
                    <a:pt x="2404" y="973"/>
                  </a:moveTo>
                  <a:lnTo>
                    <a:pt x="6233" y="2353"/>
                  </a:lnTo>
                  <a:lnTo>
                    <a:pt x="4855" y="6183"/>
                  </a:lnTo>
                  <a:lnTo>
                    <a:pt x="1025" y="4803"/>
                  </a:lnTo>
                  <a:lnTo>
                    <a:pt x="2404" y="973"/>
                  </a:lnTo>
                  <a:close/>
                  <a:moveTo>
                    <a:pt x="2150" y="1"/>
                  </a:moveTo>
                  <a:cubicBezTo>
                    <a:pt x="1975" y="1"/>
                    <a:pt x="1811" y="110"/>
                    <a:pt x="1748" y="284"/>
                  </a:cubicBezTo>
                  <a:lnTo>
                    <a:pt x="81" y="4914"/>
                  </a:lnTo>
                  <a:cubicBezTo>
                    <a:pt x="1" y="5135"/>
                    <a:pt x="115" y="5379"/>
                    <a:pt x="336" y="5459"/>
                  </a:cubicBezTo>
                  <a:lnTo>
                    <a:pt x="4968" y="7126"/>
                  </a:lnTo>
                  <a:cubicBezTo>
                    <a:pt x="5016" y="7144"/>
                    <a:pt x="5065" y="7152"/>
                    <a:pt x="5113" y="7152"/>
                  </a:cubicBezTo>
                  <a:cubicBezTo>
                    <a:pt x="5286" y="7152"/>
                    <a:pt x="5447" y="7045"/>
                    <a:pt x="5510" y="6872"/>
                  </a:cubicBezTo>
                  <a:lnTo>
                    <a:pt x="7181" y="2239"/>
                  </a:lnTo>
                  <a:cubicBezTo>
                    <a:pt x="7262" y="2018"/>
                    <a:pt x="7144" y="1774"/>
                    <a:pt x="6923" y="1696"/>
                  </a:cubicBezTo>
                  <a:lnTo>
                    <a:pt x="2293" y="26"/>
                  </a:lnTo>
                  <a:cubicBezTo>
                    <a:pt x="2246" y="9"/>
                    <a:pt x="2198" y="1"/>
                    <a:pt x="21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1402600" y="100236"/>
              <a:ext cx="224103" cy="218722"/>
            </a:xfrm>
            <a:custGeom>
              <a:avLst/>
              <a:gdLst/>
              <a:ahLst/>
              <a:cxnLst/>
              <a:rect l="l" t="t" r="r" b="b"/>
              <a:pathLst>
                <a:path w="5009" h="4889" extrusionOk="0">
                  <a:moveTo>
                    <a:pt x="1573" y="0"/>
                  </a:moveTo>
                  <a:cubicBezTo>
                    <a:pt x="1513" y="0"/>
                    <a:pt x="1452" y="13"/>
                    <a:pt x="1393" y="41"/>
                  </a:cubicBezTo>
                  <a:cubicBezTo>
                    <a:pt x="1179" y="137"/>
                    <a:pt x="1085" y="392"/>
                    <a:pt x="1186" y="606"/>
                  </a:cubicBezTo>
                  <a:lnTo>
                    <a:pt x="1939" y="2236"/>
                  </a:lnTo>
                  <a:lnTo>
                    <a:pt x="308" y="2993"/>
                  </a:lnTo>
                  <a:cubicBezTo>
                    <a:pt x="94" y="3089"/>
                    <a:pt x="1" y="3344"/>
                    <a:pt x="101" y="3555"/>
                  </a:cubicBezTo>
                  <a:cubicBezTo>
                    <a:pt x="171" y="3711"/>
                    <a:pt x="325" y="3803"/>
                    <a:pt x="486" y="3803"/>
                  </a:cubicBezTo>
                  <a:cubicBezTo>
                    <a:pt x="547" y="3803"/>
                    <a:pt x="608" y="3790"/>
                    <a:pt x="667" y="3763"/>
                  </a:cubicBezTo>
                  <a:lnTo>
                    <a:pt x="2297" y="3009"/>
                  </a:lnTo>
                  <a:lnTo>
                    <a:pt x="3054" y="4643"/>
                  </a:lnTo>
                  <a:cubicBezTo>
                    <a:pt x="3124" y="4797"/>
                    <a:pt x="3279" y="4889"/>
                    <a:pt x="3441" y="4889"/>
                  </a:cubicBezTo>
                  <a:cubicBezTo>
                    <a:pt x="3500" y="4889"/>
                    <a:pt x="3559" y="4877"/>
                    <a:pt x="3616" y="4850"/>
                  </a:cubicBezTo>
                  <a:cubicBezTo>
                    <a:pt x="3830" y="4750"/>
                    <a:pt x="3924" y="4499"/>
                    <a:pt x="3827" y="4285"/>
                  </a:cubicBezTo>
                  <a:lnTo>
                    <a:pt x="3070" y="2652"/>
                  </a:lnTo>
                  <a:lnTo>
                    <a:pt x="4704" y="1898"/>
                  </a:lnTo>
                  <a:cubicBezTo>
                    <a:pt x="4914" y="1798"/>
                    <a:pt x="5008" y="1547"/>
                    <a:pt x="4911" y="1332"/>
                  </a:cubicBezTo>
                  <a:cubicBezTo>
                    <a:pt x="4838" y="1177"/>
                    <a:pt x="4686" y="1085"/>
                    <a:pt x="4526" y="1085"/>
                  </a:cubicBezTo>
                  <a:cubicBezTo>
                    <a:pt x="4465" y="1085"/>
                    <a:pt x="4404" y="1098"/>
                    <a:pt x="4346" y="1125"/>
                  </a:cubicBezTo>
                  <a:lnTo>
                    <a:pt x="2712" y="1878"/>
                  </a:lnTo>
                  <a:lnTo>
                    <a:pt x="1959" y="248"/>
                  </a:lnTo>
                  <a:cubicBezTo>
                    <a:pt x="1886" y="92"/>
                    <a:pt x="1733" y="0"/>
                    <a:pt x="15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" name="Google Shape;34;p3"/>
            <p:cNvGrpSpPr/>
            <p:nvPr/>
          </p:nvGrpSpPr>
          <p:grpSpPr>
            <a:xfrm>
              <a:off x="317250" y="268825"/>
              <a:ext cx="8509400" cy="4605850"/>
              <a:chOff x="317250" y="268825"/>
              <a:chExt cx="8509400" cy="4605850"/>
            </a:xfrm>
          </p:grpSpPr>
          <p:sp>
            <p:nvSpPr>
              <p:cNvPr id="35" name="Google Shape;35;p3"/>
              <p:cNvSpPr/>
              <p:nvPr/>
            </p:nvSpPr>
            <p:spPr>
              <a:xfrm>
                <a:off x="317250" y="268825"/>
                <a:ext cx="157100" cy="4605850"/>
              </a:xfrm>
              <a:custGeom>
                <a:avLst/>
                <a:gdLst/>
                <a:ahLst/>
                <a:cxnLst/>
                <a:rect l="l" t="t" r="r" b="b"/>
                <a:pathLst>
                  <a:path w="6284" h="184234" extrusionOk="0">
                    <a:moveTo>
                      <a:pt x="1" y="0"/>
                    </a:moveTo>
                    <a:lnTo>
                      <a:pt x="1" y="184233"/>
                    </a:lnTo>
                    <a:lnTo>
                      <a:pt x="6283" y="184233"/>
                    </a:lnTo>
                    <a:lnTo>
                      <a:pt x="6283" y="182906"/>
                    </a:lnTo>
                    <a:lnTo>
                      <a:pt x="1328" y="182906"/>
                    </a:lnTo>
                    <a:lnTo>
                      <a:pt x="1328" y="1332"/>
                    </a:lnTo>
                    <a:lnTo>
                      <a:pt x="6283" y="1332"/>
                    </a:lnTo>
                    <a:lnTo>
                      <a:pt x="628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3"/>
              <p:cNvSpPr/>
              <p:nvPr/>
            </p:nvSpPr>
            <p:spPr>
              <a:xfrm rot="10800000">
                <a:off x="8669550" y="268825"/>
                <a:ext cx="157100" cy="4605850"/>
              </a:xfrm>
              <a:custGeom>
                <a:avLst/>
                <a:gdLst/>
                <a:ahLst/>
                <a:cxnLst/>
                <a:rect l="l" t="t" r="r" b="b"/>
                <a:pathLst>
                  <a:path w="6284" h="184234" extrusionOk="0">
                    <a:moveTo>
                      <a:pt x="1" y="0"/>
                    </a:moveTo>
                    <a:lnTo>
                      <a:pt x="1" y="184233"/>
                    </a:lnTo>
                    <a:lnTo>
                      <a:pt x="6283" y="184233"/>
                    </a:lnTo>
                    <a:lnTo>
                      <a:pt x="6283" y="182906"/>
                    </a:lnTo>
                    <a:lnTo>
                      <a:pt x="1328" y="182906"/>
                    </a:lnTo>
                    <a:lnTo>
                      <a:pt x="1328" y="1332"/>
                    </a:lnTo>
                    <a:lnTo>
                      <a:pt x="6283" y="1332"/>
                    </a:lnTo>
                    <a:lnTo>
                      <a:pt x="628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7" name="Google Shape;37;p3"/>
            <p:cNvSpPr/>
            <p:nvPr/>
          </p:nvSpPr>
          <p:spPr>
            <a:xfrm rot="-3000083">
              <a:off x="935724" y="4747579"/>
              <a:ext cx="496882" cy="342676"/>
            </a:xfrm>
            <a:custGeom>
              <a:avLst/>
              <a:gdLst/>
              <a:ahLst/>
              <a:cxnLst/>
              <a:rect l="l" t="t" r="r" b="b"/>
              <a:pathLst>
                <a:path w="15995" h="11031" extrusionOk="0">
                  <a:moveTo>
                    <a:pt x="4510" y="1"/>
                  </a:moveTo>
                  <a:cubicBezTo>
                    <a:pt x="4478" y="1"/>
                    <a:pt x="4445" y="5"/>
                    <a:pt x="4412" y="12"/>
                  </a:cubicBezTo>
                  <a:lnTo>
                    <a:pt x="368" y="990"/>
                  </a:lnTo>
                  <a:cubicBezTo>
                    <a:pt x="141" y="1047"/>
                    <a:pt x="0" y="1274"/>
                    <a:pt x="54" y="1502"/>
                  </a:cubicBezTo>
                  <a:cubicBezTo>
                    <a:pt x="102" y="1698"/>
                    <a:pt x="276" y="1829"/>
                    <a:pt x="467" y="1829"/>
                  </a:cubicBezTo>
                  <a:cubicBezTo>
                    <a:pt x="501" y="1829"/>
                    <a:pt x="535" y="1825"/>
                    <a:pt x="569" y="1817"/>
                  </a:cubicBezTo>
                  <a:lnTo>
                    <a:pt x="4198" y="939"/>
                  </a:lnTo>
                  <a:lnTo>
                    <a:pt x="5075" y="4572"/>
                  </a:lnTo>
                  <a:cubicBezTo>
                    <a:pt x="5120" y="4765"/>
                    <a:pt x="5295" y="4896"/>
                    <a:pt x="5486" y="4896"/>
                  </a:cubicBezTo>
                  <a:cubicBezTo>
                    <a:pt x="5519" y="4896"/>
                    <a:pt x="5553" y="4892"/>
                    <a:pt x="5587" y="4883"/>
                  </a:cubicBezTo>
                  <a:lnTo>
                    <a:pt x="9219" y="4009"/>
                  </a:lnTo>
                  <a:lnTo>
                    <a:pt x="10093" y="7638"/>
                  </a:lnTo>
                  <a:cubicBezTo>
                    <a:pt x="10141" y="7833"/>
                    <a:pt x="10315" y="7964"/>
                    <a:pt x="10509" y="7964"/>
                  </a:cubicBezTo>
                  <a:cubicBezTo>
                    <a:pt x="10542" y="7964"/>
                    <a:pt x="10575" y="7960"/>
                    <a:pt x="10608" y="7952"/>
                  </a:cubicBezTo>
                  <a:lnTo>
                    <a:pt x="14237" y="7076"/>
                  </a:lnTo>
                  <a:lnTo>
                    <a:pt x="15114" y="10704"/>
                  </a:lnTo>
                  <a:cubicBezTo>
                    <a:pt x="15160" y="10899"/>
                    <a:pt x="15336" y="11030"/>
                    <a:pt x="15528" y="11030"/>
                  </a:cubicBezTo>
                  <a:cubicBezTo>
                    <a:pt x="15560" y="11030"/>
                    <a:pt x="15593" y="11026"/>
                    <a:pt x="15626" y="11019"/>
                  </a:cubicBezTo>
                  <a:cubicBezTo>
                    <a:pt x="15858" y="10962"/>
                    <a:pt x="15994" y="10734"/>
                    <a:pt x="15941" y="10503"/>
                  </a:cubicBezTo>
                  <a:lnTo>
                    <a:pt x="14963" y="6463"/>
                  </a:lnTo>
                  <a:cubicBezTo>
                    <a:pt x="14918" y="6267"/>
                    <a:pt x="14744" y="6136"/>
                    <a:pt x="14554" y="6136"/>
                  </a:cubicBezTo>
                  <a:cubicBezTo>
                    <a:pt x="14520" y="6136"/>
                    <a:pt x="14486" y="6140"/>
                    <a:pt x="14452" y="6149"/>
                  </a:cubicBezTo>
                  <a:lnTo>
                    <a:pt x="10823" y="7025"/>
                  </a:lnTo>
                  <a:lnTo>
                    <a:pt x="9945" y="3393"/>
                  </a:lnTo>
                  <a:cubicBezTo>
                    <a:pt x="9897" y="3200"/>
                    <a:pt x="9726" y="3069"/>
                    <a:pt x="9534" y="3069"/>
                  </a:cubicBezTo>
                  <a:cubicBezTo>
                    <a:pt x="9500" y="3069"/>
                    <a:pt x="9465" y="3073"/>
                    <a:pt x="9430" y="3082"/>
                  </a:cubicBezTo>
                  <a:lnTo>
                    <a:pt x="5801" y="3955"/>
                  </a:lnTo>
                  <a:lnTo>
                    <a:pt x="4924" y="327"/>
                  </a:lnTo>
                  <a:cubicBezTo>
                    <a:pt x="4879" y="132"/>
                    <a:pt x="4703" y="1"/>
                    <a:pt x="45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7649030" y="4686859"/>
              <a:ext cx="336421" cy="336596"/>
            </a:xfrm>
            <a:custGeom>
              <a:avLst/>
              <a:gdLst/>
              <a:ahLst/>
              <a:cxnLst/>
              <a:rect l="l" t="t" r="r" b="b"/>
              <a:pathLst>
                <a:path w="5772" h="5775" extrusionOk="0">
                  <a:moveTo>
                    <a:pt x="2886" y="854"/>
                  </a:moveTo>
                  <a:cubicBezTo>
                    <a:pt x="4008" y="854"/>
                    <a:pt x="4921" y="1765"/>
                    <a:pt x="4921" y="2890"/>
                  </a:cubicBezTo>
                  <a:cubicBezTo>
                    <a:pt x="4921" y="4011"/>
                    <a:pt x="4008" y="4924"/>
                    <a:pt x="2886" y="4924"/>
                  </a:cubicBezTo>
                  <a:cubicBezTo>
                    <a:pt x="1765" y="4924"/>
                    <a:pt x="851" y="4011"/>
                    <a:pt x="851" y="2890"/>
                  </a:cubicBezTo>
                  <a:cubicBezTo>
                    <a:pt x="851" y="1765"/>
                    <a:pt x="1765" y="854"/>
                    <a:pt x="2886" y="854"/>
                  </a:cubicBezTo>
                  <a:close/>
                  <a:moveTo>
                    <a:pt x="2886" y="1"/>
                  </a:moveTo>
                  <a:cubicBezTo>
                    <a:pt x="1296" y="1"/>
                    <a:pt x="1" y="1296"/>
                    <a:pt x="1" y="2890"/>
                  </a:cubicBezTo>
                  <a:cubicBezTo>
                    <a:pt x="1" y="4479"/>
                    <a:pt x="1296" y="5774"/>
                    <a:pt x="2886" y="5774"/>
                  </a:cubicBezTo>
                  <a:cubicBezTo>
                    <a:pt x="4480" y="5774"/>
                    <a:pt x="5771" y="4479"/>
                    <a:pt x="5771" y="2890"/>
                  </a:cubicBezTo>
                  <a:cubicBezTo>
                    <a:pt x="5771" y="1296"/>
                    <a:pt x="4480" y="1"/>
                    <a:pt x="28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" name="Google Shape;39;p3"/>
          <p:cNvGrpSpPr/>
          <p:nvPr/>
        </p:nvGrpSpPr>
        <p:grpSpPr>
          <a:xfrm>
            <a:off x="-12" y="-12"/>
            <a:ext cx="7545763" cy="5143513"/>
            <a:chOff x="-12" y="-12"/>
            <a:chExt cx="7545763" cy="5143513"/>
          </a:xfrm>
        </p:grpSpPr>
        <p:grpSp>
          <p:nvGrpSpPr>
            <p:cNvPr id="40" name="Google Shape;40;p3"/>
            <p:cNvGrpSpPr/>
            <p:nvPr/>
          </p:nvGrpSpPr>
          <p:grpSpPr>
            <a:xfrm>
              <a:off x="5048975" y="0"/>
              <a:ext cx="2496775" cy="5143500"/>
              <a:chOff x="5046375" y="0"/>
              <a:chExt cx="2496775" cy="5143500"/>
            </a:xfrm>
          </p:grpSpPr>
          <p:sp>
            <p:nvSpPr>
              <p:cNvPr id="41" name="Google Shape;41;p3"/>
              <p:cNvSpPr/>
              <p:nvPr/>
            </p:nvSpPr>
            <p:spPr>
              <a:xfrm>
                <a:off x="5046375" y="2532050"/>
                <a:ext cx="2496775" cy="2611450"/>
              </a:xfrm>
              <a:custGeom>
                <a:avLst/>
                <a:gdLst/>
                <a:ahLst/>
                <a:cxnLst/>
                <a:rect l="l" t="t" r="r" b="b"/>
                <a:pathLst>
                  <a:path w="99871" h="104458" extrusionOk="0">
                    <a:moveTo>
                      <a:pt x="20710" y="20753"/>
                    </a:moveTo>
                    <a:lnTo>
                      <a:pt x="77504" y="59211"/>
                    </a:lnTo>
                    <a:lnTo>
                      <a:pt x="15797" y="89169"/>
                    </a:lnTo>
                    <a:lnTo>
                      <a:pt x="20710" y="20753"/>
                    </a:lnTo>
                    <a:close/>
                    <a:moveTo>
                      <a:pt x="14233" y="1"/>
                    </a:moveTo>
                    <a:cubicBezTo>
                      <a:pt x="13129" y="1"/>
                      <a:pt x="12021" y="248"/>
                      <a:pt x="10997" y="750"/>
                    </a:cubicBezTo>
                    <a:cubicBezTo>
                      <a:pt x="8609" y="1905"/>
                      <a:pt x="7027" y="4241"/>
                      <a:pt x="6838" y="6885"/>
                    </a:cubicBezTo>
                    <a:lnTo>
                      <a:pt x="90" y="100914"/>
                    </a:lnTo>
                    <a:cubicBezTo>
                      <a:pt x="0" y="102151"/>
                      <a:pt x="228" y="103363"/>
                      <a:pt x="716" y="104458"/>
                    </a:cubicBezTo>
                    <a:lnTo>
                      <a:pt x="18242" y="104458"/>
                    </a:lnTo>
                    <a:lnTo>
                      <a:pt x="95527" y="66938"/>
                    </a:lnTo>
                    <a:cubicBezTo>
                      <a:pt x="96242" y="66593"/>
                      <a:pt x="96892" y="66138"/>
                      <a:pt x="97445" y="65598"/>
                    </a:cubicBezTo>
                    <a:cubicBezTo>
                      <a:pt x="98734" y="64347"/>
                      <a:pt x="99549" y="62650"/>
                      <a:pt x="99682" y="60803"/>
                    </a:cubicBezTo>
                    <a:cubicBezTo>
                      <a:pt x="99871" y="58159"/>
                      <a:pt x="98639" y="55620"/>
                      <a:pt x="96446" y="54137"/>
                    </a:cubicBezTo>
                    <a:lnTo>
                      <a:pt x="18388" y="1280"/>
                    </a:lnTo>
                    <a:cubicBezTo>
                      <a:pt x="17142" y="432"/>
                      <a:pt x="15688" y="1"/>
                      <a:pt x="14233" y="1"/>
                    </a:cubicBezTo>
                    <a:close/>
                  </a:path>
                </a:pathLst>
              </a:custGeom>
              <a:solidFill>
                <a:srgbClr val="2EE6C4">
                  <a:alpha val="45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3"/>
              <p:cNvSpPr/>
              <p:nvPr/>
            </p:nvSpPr>
            <p:spPr>
              <a:xfrm>
                <a:off x="6583675" y="0"/>
                <a:ext cx="959475" cy="574975"/>
              </a:xfrm>
              <a:custGeom>
                <a:avLst/>
                <a:gdLst/>
                <a:ahLst/>
                <a:cxnLst/>
                <a:rect l="l" t="t" r="r" b="b"/>
                <a:pathLst>
                  <a:path w="38379" h="22999" extrusionOk="0">
                    <a:moveTo>
                      <a:pt x="1" y="1"/>
                    </a:moveTo>
                    <a:lnTo>
                      <a:pt x="28154" y="21999"/>
                    </a:lnTo>
                    <a:cubicBezTo>
                      <a:pt x="28552" y="22312"/>
                      <a:pt x="28992" y="22554"/>
                      <a:pt x="29458" y="22719"/>
                    </a:cubicBezTo>
                    <a:cubicBezTo>
                      <a:pt x="29969" y="22904"/>
                      <a:pt x="30509" y="22998"/>
                      <a:pt x="31054" y="22998"/>
                    </a:cubicBezTo>
                    <a:cubicBezTo>
                      <a:pt x="31651" y="22998"/>
                      <a:pt x="32248" y="22885"/>
                      <a:pt x="32817" y="22657"/>
                    </a:cubicBezTo>
                    <a:cubicBezTo>
                      <a:pt x="34375" y="22023"/>
                      <a:pt x="35484" y="20610"/>
                      <a:pt x="35716" y="18943"/>
                    </a:cubicBezTo>
                    <a:lnTo>
                      <a:pt x="38378" y="1"/>
                    </a:lnTo>
                    <a:lnTo>
                      <a:pt x="28865" y="1"/>
                    </a:lnTo>
                    <a:lnTo>
                      <a:pt x="27524" y="9552"/>
                    </a:lnTo>
                    <a:lnTo>
                      <a:pt x="15301" y="1"/>
                    </a:lnTo>
                    <a:close/>
                  </a:path>
                </a:pathLst>
              </a:custGeom>
              <a:solidFill>
                <a:srgbClr val="2EE6C4">
                  <a:alpha val="45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3" name="Google Shape;43;p3"/>
            <p:cNvSpPr/>
            <p:nvPr/>
          </p:nvSpPr>
          <p:spPr>
            <a:xfrm rot="-5400000">
              <a:off x="-332850" y="332825"/>
              <a:ext cx="3645950" cy="2980275"/>
            </a:xfrm>
            <a:custGeom>
              <a:avLst/>
              <a:gdLst/>
              <a:ahLst/>
              <a:cxnLst/>
              <a:rect l="l" t="t" r="r" b="b"/>
              <a:pathLst>
                <a:path w="145838" h="119211" extrusionOk="0">
                  <a:moveTo>
                    <a:pt x="0" y="1"/>
                  </a:moveTo>
                  <a:cubicBezTo>
                    <a:pt x="1292" y="31275"/>
                    <a:pt x="14076" y="60489"/>
                    <a:pt x="36342" y="82756"/>
                  </a:cubicBezTo>
                  <a:cubicBezTo>
                    <a:pt x="59851" y="106264"/>
                    <a:pt x="91108" y="119211"/>
                    <a:pt x="124355" y="119211"/>
                  </a:cubicBezTo>
                  <a:cubicBezTo>
                    <a:pt x="131628" y="119211"/>
                    <a:pt x="138812" y="118589"/>
                    <a:pt x="145838" y="117374"/>
                  </a:cubicBezTo>
                  <a:lnTo>
                    <a:pt x="145838" y="96140"/>
                  </a:lnTo>
                  <a:cubicBezTo>
                    <a:pt x="138849" y="97606"/>
                    <a:pt x="131661" y="98365"/>
                    <a:pt x="124355" y="98365"/>
                  </a:cubicBezTo>
                  <a:cubicBezTo>
                    <a:pt x="96676" y="98365"/>
                    <a:pt x="70653" y="87588"/>
                    <a:pt x="51080" y="68014"/>
                  </a:cubicBezTo>
                  <a:cubicBezTo>
                    <a:pt x="32752" y="49686"/>
                    <a:pt x="22137" y="25703"/>
                    <a:pt x="20861" y="1"/>
                  </a:cubicBezTo>
                  <a:close/>
                </a:path>
              </a:pathLst>
            </a:custGeom>
            <a:solidFill>
              <a:srgbClr val="2EE6C4">
                <a:alpha val="450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" name="Google Shape;44;p3"/>
          <p:cNvSpPr txBox="1">
            <a:spLocks noGrp="1"/>
          </p:cNvSpPr>
          <p:nvPr>
            <p:ph type="title"/>
          </p:nvPr>
        </p:nvSpPr>
        <p:spPr>
          <a:xfrm>
            <a:off x="725275" y="1723200"/>
            <a:ext cx="3863100" cy="202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4200"/>
              <a:buNone/>
              <a:defRPr sz="60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4200"/>
              <a:buNone/>
              <a:defRPr sz="4200">
                <a:solidFill>
                  <a:srgbClr val="41294A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4200"/>
              <a:buNone/>
              <a:defRPr sz="4200">
                <a:solidFill>
                  <a:srgbClr val="41294A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4200"/>
              <a:buNone/>
              <a:defRPr sz="4200">
                <a:solidFill>
                  <a:srgbClr val="41294A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4200"/>
              <a:buNone/>
              <a:defRPr sz="4200">
                <a:solidFill>
                  <a:srgbClr val="41294A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4200"/>
              <a:buNone/>
              <a:defRPr sz="4200">
                <a:solidFill>
                  <a:srgbClr val="41294A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4200"/>
              <a:buNone/>
              <a:defRPr sz="4200">
                <a:solidFill>
                  <a:srgbClr val="41294A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4200"/>
              <a:buNone/>
              <a:defRPr sz="4200">
                <a:solidFill>
                  <a:srgbClr val="41294A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4200"/>
              <a:buNone/>
              <a:defRPr sz="4200">
                <a:solidFill>
                  <a:srgbClr val="41294A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3"/>
          <p:cNvSpPr txBox="1">
            <a:spLocks noGrp="1"/>
          </p:cNvSpPr>
          <p:nvPr>
            <p:ph type="subTitle" idx="1"/>
          </p:nvPr>
        </p:nvSpPr>
        <p:spPr>
          <a:xfrm>
            <a:off x="725275" y="3795910"/>
            <a:ext cx="6044100" cy="3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None/>
              <a:defRPr sz="1600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None/>
              <a:defRPr sz="2100">
                <a:solidFill>
                  <a:srgbClr val="41294A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None/>
              <a:defRPr sz="2100">
                <a:solidFill>
                  <a:srgbClr val="41294A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None/>
              <a:defRPr sz="2100">
                <a:solidFill>
                  <a:srgbClr val="41294A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None/>
              <a:defRPr sz="2100">
                <a:solidFill>
                  <a:srgbClr val="41294A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None/>
              <a:defRPr sz="2100">
                <a:solidFill>
                  <a:srgbClr val="41294A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None/>
              <a:defRPr sz="2100">
                <a:solidFill>
                  <a:srgbClr val="41294A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None/>
              <a:defRPr sz="2100">
                <a:solidFill>
                  <a:srgbClr val="41294A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None/>
              <a:defRPr sz="2100">
                <a:solidFill>
                  <a:srgbClr val="41294A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3"/>
          <p:cNvSpPr txBox="1">
            <a:spLocks noGrp="1"/>
          </p:cNvSpPr>
          <p:nvPr>
            <p:ph type="title" idx="2" hasCustomPrompt="1"/>
          </p:nvPr>
        </p:nvSpPr>
        <p:spPr>
          <a:xfrm>
            <a:off x="725275" y="952809"/>
            <a:ext cx="1176600" cy="859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3600"/>
              <a:buNone/>
              <a:defRPr sz="60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4800"/>
              <a:buFont typeface="Fira Sans Extra Condensed Medium"/>
              <a:buNone/>
              <a:defRPr sz="4800">
                <a:solidFill>
                  <a:srgbClr val="999999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4800"/>
              <a:buFont typeface="Fira Sans Extra Condensed Medium"/>
              <a:buNone/>
              <a:defRPr sz="4800">
                <a:solidFill>
                  <a:srgbClr val="999999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4800"/>
              <a:buFont typeface="Fira Sans Extra Condensed Medium"/>
              <a:buNone/>
              <a:defRPr sz="4800">
                <a:solidFill>
                  <a:srgbClr val="999999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4800"/>
              <a:buFont typeface="Fira Sans Extra Condensed Medium"/>
              <a:buNone/>
              <a:defRPr sz="4800">
                <a:solidFill>
                  <a:srgbClr val="999999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4800"/>
              <a:buFont typeface="Fira Sans Extra Condensed Medium"/>
              <a:buNone/>
              <a:defRPr sz="4800">
                <a:solidFill>
                  <a:srgbClr val="999999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4800"/>
              <a:buFont typeface="Fira Sans Extra Condensed Medium"/>
              <a:buNone/>
              <a:defRPr sz="4800">
                <a:solidFill>
                  <a:srgbClr val="999999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4800"/>
              <a:buFont typeface="Fira Sans Extra Condensed Medium"/>
              <a:buNone/>
              <a:defRPr sz="4800">
                <a:solidFill>
                  <a:srgbClr val="999999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4800"/>
              <a:buFont typeface="Fira Sans Extra Condensed Medium"/>
              <a:buNone/>
              <a:defRPr sz="4800">
                <a:solidFill>
                  <a:srgbClr val="999999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132;p9"/>
          <p:cNvGrpSpPr/>
          <p:nvPr/>
        </p:nvGrpSpPr>
        <p:grpSpPr>
          <a:xfrm>
            <a:off x="317250" y="100236"/>
            <a:ext cx="8509400" cy="5119132"/>
            <a:chOff x="317250" y="100236"/>
            <a:chExt cx="8509400" cy="5119132"/>
          </a:xfrm>
        </p:grpSpPr>
        <p:sp>
          <p:nvSpPr>
            <p:cNvPr id="133" name="Google Shape;133;p9"/>
            <p:cNvSpPr/>
            <p:nvPr/>
          </p:nvSpPr>
          <p:spPr>
            <a:xfrm>
              <a:off x="4459872" y="268825"/>
              <a:ext cx="224104" cy="112149"/>
            </a:xfrm>
            <a:custGeom>
              <a:avLst/>
              <a:gdLst/>
              <a:ahLst/>
              <a:cxnLst/>
              <a:rect l="l" t="t" r="r" b="b"/>
              <a:pathLst>
                <a:path w="2304" h="1153" extrusionOk="0">
                  <a:moveTo>
                    <a:pt x="0" y="1"/>
                  </a:moveTo>
                  <a:lnTo>
                    <a:pt x="1152" y="1153"/>
                  </a:lnTo>
                  <a:lnTo>
                    <a:pt x="23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9"/>
            <p:cNvSpPr/>
            <p:nvPr/>
          </p:nvSpPr>
          <p:spPr>
            <a:xfrm>
              <a:off x="4459872" y="4762622"/>
              <a:ext cx="224104" cy="112052"/>
            </a:xfrm>
            <a:custGeom>
              <a:avLst/>
              <a:gdLst/>
              <a:ahLst/>
              <a:cxnLst/>
              <a:rect l="l" t="t" r="r" b="b"/>
              <a:pathLst>
                <a:path w="2304" h="1152" extrusionOk="0">
                  <a:moveTo>
                    <a:pt x="1152" y="1"/>
                  </a:moveTo>
                  <a:lnTo>
                    <a:pt x="0" y="1152"/>
                  </a:lnTo>
                  <a:lnTo>
                    <a:pt x="2303" y="1152"/>
                  </a:lnTo>
                  <a:lnTo>
                    <a:pt x="11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9"/>
            <p:cNvSpPr/>
            <p:nvPr/>
          </p:nvSpPr>
          <p:spPr>
            <a:xfrm>
              <a:off x="7706505" y="455700"/>
              <a:ext cx="423266" cy="416913"/>
            </a:xfrm>
            <a:custGeom>
              <a:avLst/>
              <a:gdLst/>
              <a:ahLst/>
              <a:cxnLst/>
              <a:rect l="l" t="t" r="r" b="b"/>
              <a:pathLst>
                <a:path w="7262" h="7153" extrusionOk="0">
                  <a:moveTo>
                    <a:pt x="2404" y="973"/>
                  </a:moveTo>
                  <a:lnTo>
                    <a:pt x="6233" y="2353"/>
                  </a:lnTo>
                  <a:lnTo>
                    <a:pt x="4855" y="6183"/>
                  </a:lnTo>
                  <a:lnTo>
                    <a:pt x="1025" y="4803"/>
                  </a:lnTo>
                  <a:lnTo>
                    <a:pt x="2404" y="973"/>
                  </a:lnTo>
                  <a:close/>
                  <a:moveTo>
                    <a:pt x="2150" y="1"/>
                  </a:moveTo>
                  <a:cubicBezTo>
                    <a:pt x="1975" y="1"/>
                    <a:pt x="1811" y="110"/>
                    <a:pt x="1748" y="284"/>
                  </a:cubicBezTo>
                  <a:lnTo>
                    <a:pt x="81" y="4914"/>
                  </a:lnTo>
                  <a:cubicBezTo>
                    <a:pt x="1" y="5135"/>
                    <a:pt x="115" y="5379"/>
                    <a:pt x="336" y="5459"/>
                  </a:cubicBezTo>
                  <a:lnTo>
                    <a:pt x="4968" y="7126"/>
                  </a:lnTo>
                  <a:cubicBezTo>
                    <a:pt x="5016" y="7144"/>
                    <a:pt x="5065" y="7152"/>
                    <a:pt x="5113" y="7152"/>
                  </a:cubicBezTo>
                  <a:cubicBezTo>
                    <a:pt x="5286" y="7152"/>
                    <a:pt x="5447" y="7045"/>
                    <a:pt x="5510" y="6872"/>
                  </a:cubicBezTo>
                  <a:lnTo>
                    <a:pt x="7181" y="2239"/>
                  </a:lnTo>
                  <a:cubicBezTo>
                    <a:pt x="7262" y="2018"/>
                    <a:pt x="7144" y="1774"/>
                    <a:pt x="6923" y="1696"/>
                  </a:cubicBezTo>
                  <a:lnTo>
                    <a:pt x="2293" y="26"/>
                  </a:lnTo>
                  <a:cubicBezTo>
                    <a:pt x="2246" y="9"/>
                    <a:pt x="2198" y="1"/>
                    <a:pt x="21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9"/>
            <p:cNvSpPr/>
            <p:nvPr/>
          </p:nvSpPr>
          <p:spPr>
            <a:xfrm>
              <a:off x="1402600" y="100236"/>
              <a:ext cx="224103" cy="218722"/>
            </a:xfrm>
            <a:custGeom>
              <a:avLst/>
              <a:gdLst/>
              <a:ahLst/>
              <a:cxnLst/>
              <a:rect l="l" t="t" r="r" b="b"/>
              <a:pathLst>
                <a:path w="5009" h="4889" extrusionOk="0">
                  <a:moveTo>
                    <a:pt x="1573" y="0"/>
                  </a:moveTo>
                  <a:cubicBezTo>
                    <a:pt x="1513" y="0"/>
                    <a:pt x="1452" y="13"/>
                    <a:pt x="1393" y="41"/>
                  </a:cubicBezTo>
                  <a:cubicBezTo>
                    <a:pt x="1179" y="137"/>
                    <a:pt x="1085" y="392"/>
                    <a:pt x="1186" y="606"/>
                  </a:cubicBezTo>
                  <a:lnTo>
                    <a:pt x="1939" y="2236"/>
                  </a:lnTo>
                  <a:lnTo>
                    <a:pt x="308" y="2993"/>
                  </a:lnTo>
                  <a:cubicBezTo>
                    <a:pt x="94" y="3089"/>
                    <a:pt x="1" y="3344"/>
                    <a:pt x="101" y="3555"/>
                  </a:cubicBezTo>
                  <a:cubicBezTo>
                    <a:pt x="171" y="3711"/>
                    <a:pt x="325" y="3803"/>
                    <a:pt x="486" y="3803"/>
                  </a:cubicBezTo>
                  <a:cubicBezTo>
                    <a:pt x="547" y="3803"/>
                    <a:pt x="608" y="3790"/>
                    <a:pt x="667" y="3763"/>
                  </a:cubicBezTo>
                  <a:lnTo>
                    <a:pt x="2297" y="3009"/>
                  </a:lnTo>
                  <a:lnTo>
                    <a:pt x="3054" y="4643"/>
                  </a:lnTo>
                  <a:cubicBezTo>
                    <a:pt x="3124" y="4797"/>
                    <a:pt x="3279" y="4889"/>
                    <a:pt x="3441" y="4889"/>
                  </a:cubicBezTo>
                  <a:cubicBezTo>
                    <a:pt x="3500" y="4889"/>
                    <a:pt x="3559" y="4877"/>
                    <a:pt x="3616" y="4850"/>
                  </a:cubicBezTo>
                  <a:cubicBezTo>
                    <a:pt x="3830" y="4750"/>
                    <a:pt x="3924" y="4499"/>
                    <a:pt x="3827" y="4285"/>
                  </a:cubicBezTo>
                  <a:lnTo>
                    <a:pt x="3070" y="2652"/>
                  </a:lnTo>
                  <a:lnTo>
                    <a:pt x="4704" y="1898"/>
                  </a:lnTo>
                  <a:cubicBezTo>
                    <a:pt x="4914" y="1798"/>
                    <a:pt x="5008" y="1547"/>
                    <a:pt x="4911" y="1332"/>
                  </a:cubicBezTo>
                  <a:cubicBezTo>
                    <a:pt x="4838" y="1177"/>
                    <a:pt x="4686" y="1085"/>
                    <a:pt x="4526" y="1085"/>
                  </a:cubicBezTo>
                  <a:cubicBezTo>
                    <a:pt x="4465" y="1085"/>
                    <a:pt x="4404" y="1098"/>
                    <a:pt x="4346" y="1125"/>
                  </a:cubicBezTo>
                  <a:lnTo>
                    <a:pt x="2712" y="1878"/>
                  </a:lnTo>
                  <a:lnTo>
                    <a:pt x="1959" y="248"/>
                  </a:lnTo>
                  <a:cubicBezTo>
                    <a:pt x="1886" y="92"/>
                    <a:pt x="1733" y="0"/>
                    <a:pt x="15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7" name="Google Shape;137;p9"/>
            <p:cNvGrpSpPr/>
            <p:nvPr/>
          </p:nvGrpSpPr>
          <p:grpSpPr>
            <a:xfrm>
              <a:off x="317250" y="268825"/>
              <a:ext cx="8509400" cy="4605850"/>
              <a:chOff x="317250" y="268825"/>
              <a:chExt cx="8509400" cy="4605850"/>
            </a:xfrm>
          </p:grpSpPr>
          <p:sp>
            <p:nvSpPr>
              <p:cNvPr id="138" name="Google Shape;138;p9"/>
              <p:cNvSpPr/>
              <p:nvPr/>
            </p:nvSpPr>
            <p:spPr>
              <a:xfrm>
                <a:off x="317250" y="268825"/>
                <a:ext cx="157100" cy="4605850"/>
              </a:xfrm>
              <a:custGeom>
                <a:avLst/>
                <a:gdLst/>
                <a:ahLst/>
                <a:cxnLst/>
                <a:rect l="l" t="t" r="r" b="b"/>
                <a:pathLst>
                  <a:path w="6284" h="184234" extrusionOk="0">
                    <a:moveTo>
                      <a:pt x="1" y="0"/>
                    </a:moveTo>
                    <a:lnTo>
                      <a:pt x="1" y="184233"/>
                    </a:lnTo>
                    <a:lnTo>
                      <a:pt x="6283" y="184233"/>
                    </a:lnTo>
                    <a:lnTo>
                      <a:pt x="6283" y="182906"/>
                    </a:lnTo>
                    <a:lnTo>
                      <a:pt x="1328" y="182906"/>
                    </a:lnTo>
                    <a:lnTo>
                      <a:pt x="1328" y="1332"/>
                    </a:lnTo>
                    <a:lnTo>
                      <a:pt x="6283" y="1332"/>
                    </a:lnTo>
                    <a:lnTo>
                      <a:pt x="628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9"/>
              <p:cNvSpPr/>
              <p:nvPr/>
            </p:nvSpPr>
            <p:spPr>
              <a:xfrm rot="10800000">
                <a:off x="8669550" y="268825"/>
                <a:ext cx="157100" cy="4605850"/>
              </a:xfrm>
              <a:custGeom>
                <a:avLst/>
                <a:gdLst/>
                <a:ahLst/>
                <a:cxnLst/>
                <a:rect l="l" t="t" r="r" b="b"/>
                <a:pathLst>
                  <a:path w="6284" h="184234" extrusionOk="0">
                    <a:moveTo>
                      <a:pt x="1" y="0"/>
                    </a:moveTo>
                    <a:lnTo>
                      <a:pt x="1" y="184233"/>
                    </a:lnTo>
                    <a:lnTo>
                      <a:pt x="6283" y="184233"/>
                    </a:lnTo>
                    <a:lnTo>
                      <a:pt x="6283" y="182906"/>
                    </a:lnTo>
                    <a:lnTo>
                      <a:pt x="1328" y="182906"/>
                    </a:lnTo>
                    <a:lnTo>
                      <a:pt x="1328" y="1332"/>
                    </a:lnTo>
                    <a:lnTo>
                      <a:pt x="6283" y="1332"/>
                    </a:lnTo>
                    <a:lnTo>
                      <a:pt x="628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0" name="Google Shape;140;p9"/>
            <p:cNvSpPr/>
            <p:nvPr/>
          </p:nvSpPr>
          <p:spPr>
            <a:xfrm rot="-3000083">
              <a:off x="935724" y="4747579"/>
              <a:ext cx="496882" cy="342676"/>
            </a:xfrm>
            <a:custGeom>
              <a:avLst/>
              <a:gdLst/>
              <a:ahLst/>
              <a:cxnLst/>
              <a:rect l="l" t="t" r="r" b="b"/>
              <a:pathLst>
                <a:path w="15995" h="11031" extrusionOk="0">
                  <a:moveTo>
                    <a:pt x="4510" y="1"/>
                  </a:moveTo>
                  <a:cubicBezTo>
                    <a:pt x="4478" y="1"/>
                    <a:pt x="4445" y="5"/>
                    <a:pt x="4412" y="12"/>
                  </a:cubicBezTo>
                  <a:lnTo>
                    <a:pt x="368" y="990"/>
                  </a:lnTo>
                  <a:cubicBezTo>
                    <a:pt x="141" y="1047"/>
                    <a:pt x="0" y="1274"/>
                    <a:pt x="54" y="1502"/>
                  </a:cubicBezTo>
                  <a:cubicBezTo>
                    <a:pt x="102" y="1698"/>
                    <a:pt x="276" y="1829"/>
                    <a:pt x="467" y="1829"/>
                  </a:cubicBezTo>
                  <a:cubicBezTo>
                    <a:pt x="501" y="1829"/>
                    <a:pt x="535" y="1825"/>
                    <a:pt x="569" y="1817"/>
                  </a:cubicBezTo>
                  <a:lnTo>
                    <a:pt x="4198" y="939"/>
                  </a:lnTo>
                  <a:lnTo>
                    <a:pt x="5075" y="4572"/>
                  </a:lnTo>
                  <a:cubicBezTo>
                    <a:pt x="5120" y="4765"/>
                    <a:pt x="5295" y="4896"/>
                    <a:pt x="5486" y="4896"/>
                  </a:cubicBezTo>
                  <a:cubicBezTo>
                    <a:pt x="5519" y="4896"/>
                    <a:pt x="5553" y="4892"/>
                    <a:pt x="5587" y="4883"/>
                  </a:cubicBezTo>
                  <a:lnTo>
                    <a:pt x="9219" y="4009"/>
                  </a:lnTo>
                  <a:lnTo>
                    <a:pt x="10093" y="7638"/>
                  </a:lnTo>
                  <a:cubicBezTo>
                    <a:pt x="10141" y="7833"/>
                    <a:pt x="10315" y="7964"/>
                    <a:pt x="10509" y="7964"/>
                  </a:cubicBezTo>
                  <a:cubicBezTo>
                    <a:pt x="10542" y="7964"/>
                    <a:pt x="10575" y="7960"/>
                    <a:pt x="10608" y="7952"/>
                  </a:cubicBezTo>
                  <a:lnTo>
                    <a:pt x="14237" y="7076"/>
                  </a:lnTo>
                  <a:lnTo>
                    <a:pt x="15114" y="10704"/>
                  </a:lnTo>
                  <a:cubicBezTo>
                    <a:pt x="15160" y="10899"/>
                    <a:pt x="15336" y="11030"/>
                    <a:pt x="15528" y="11030"/>
                  </a:cubicBezTo>
                  <a:cubicBezTo>
                    <a:pt x="15560" y="11030"/>
                    <a:pt x="15593" y="11026"/>
                    <a:pt x="15626" y="11019"/>
                  </a:cubicBezTo>
                  <a:cubicBezTo>
                    <a:pt x="15858" y="10962"/>
                    <a:pt x="15994" y="10734"/>
                    <a:pt x="15941" y="10503"/>
                  </a:cubicBezTo>
                  <a:lnTo>
                    <a:pt x="14963" y="6463"/>
                  </a:lnTo>
                  <a:cubicBezTo>
                    <a:pt x="14918" y="6267"/>
                    <a:pt x="14744" y="6136"/>
                    <a:pt x="14554" y="6136"/>
                  </a:cubicBezTo>
                  <a:cubicBezTo>
                    <a:pt x="14520" y="6136"/>
                    <a:pt x="14486" y="6140"/>
                    <a:pt x="14452" y="6149"/>
                  </a:cubicBezTo>
                  <a:lnTo>
                    <a:pt x="10823" y="7025"/>
                  </a:lnTo>
                  <a:lnTo>
                    <a:pt x="9945" y="3393"/>
                  </a:lnTo>
                  <a:cubicBezTo>
                    <a:pt x="9897" y="3200"/>
                    <a:pt x="9726" y="3069"/>
                    <a:pt x="9534" y="3069"/>
                  </a:cubicBezTo>
                  <a:cubicBezTo>
                    <a:pt x="9500" y="3069"/>
                    <a:pt x="9465" y="3073"/>
                    <a:pt x="9430" y="3082"/>
                  </a:cubicBezTo>
                  <a:lnTo>
                    <a:pt x="5801" y="3955"/>
                  </a:lnTo>
                  <a:lnTo>
                    <a:pt x="4924" y="327"/>
                  </a:lnTo>
                  <a:cubicBezTo>
                    <a:pt x="4879" y="132"/>
                    <a:pt x="4703" y="1"/>
                    <a:pt x="45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9"/>
            <p:cNvSpPr/>
            <p:nvPr/>
          </p:nvSpPr>
          <p:spPr>
            <a:xfrm>
              <a:off x="7649030" y="4686859"/>
              <a:ext cx="336421" cy="336596"/>
            </a:xfrm>
            <a:custGeom>
              <a:avLst/>
              <a:gdLst/>
              <a:ahLst/>
              <a:cxnLst/>
              <a:rect l="l" t="t" r="r" b="b"/>
              <a:pathLst>
                <a:path w="5772" h="5775" extrusionOk="0">
                  <a:moveTo>
                    <a:pt x="2886" y="854"/>
                  </a:moveTo>
                  <a:cubicBezTo>
                    <a:pt x="4008" y="854"/>
                    <a:pt x="4921" y="1765"/>
                    <a:pt x="4921" y="2890"/>
                  </a:cubicBezTo>
                  <a:cubicBezTo>
                    <a:pt x="4921" y="4011"/>
                    <a:pt x="4008" y="4924"/>
                    <a:pt x="2886" y="4924"/>
                  </a:cubicBezTo>
                  <a:cubicBezTo>
                    <a:pt x="1765" y="4924"/>
                    <a:pt x="851" y="4011"/>
                    <a:pt x="851" y="2890"/>
                  </a:cubicBezTo>
                  <a:cubicBezTo>
                    <a:pt x="851" y="1765"/>
                    <a:pt x="1765" y="854"/>
                    <a:pt x="2886" y="854"/>
                  </a:cubicBezTo>
                  <a:close/>
                  <a:moveTo>
                    <a:pt x="2886" y="1"/>
                  </a:moveTo>
                  <a:cubicBezTo>
                    <a:pt x="1296" y="1"/>
                    <a:pt x="1" y="1296"/>
                    <a:pt x="1" y="2890"/>
                  </a:cubicBezTo>
                  <a:cubicBezTo>
                    <a:pt x="1" y="4479"/>
                    <a:pt x="1296" y="5774"/>
                    <a:pt x="2886" y="5774"/>
                  </a:cubicBezTo>
                  <a:cubicBezTo>
                    <a:pt x="4480" y="5774"/>
                    <a:pt x="5771" y="4479"/>
                    <a:pt x="5771" y="2890"/>
                  </a:cubicBezTo>
                  <a:cubicBezTo>
                    <a:pt x="5771" y="1296"/>
                    <a:pt x="4480" y="1"/>
                    <a:pt x="28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2" name="Google Shape;142;p9"/>
          <p:cNvSpPr txBox="1">
            <a:spLocks noGrp="1"/>
          </p:cNvSpPr>
          <p:nvPr>
            <p:ph type="title"/>
          </p:nvPr>
        </p:nvSpPr>
        <p:spPr>
          <a:xfrm flipH="1">
            <a:off x="4555625" y="1723200"/>
            <a:ext cx="3863100" cy="202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4200"/>
              <a:buNone/>
              <a:defRPr sz="6000">
                <a:solidFill>
                  <a:srgbClr val="FFFFFF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4200"/>
              <a:buNone/>
              <a:defRPr sz="4200">
                <a:solidFill>
                  <a:srgbClr val="41294A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4200"/>
              <a:buNone/>
              <a:defRPr sz="4200">
                <a:solidFill>
                  <a:srgbClr val="41294A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4200"/>
              <a:buNone/>
              <a:defRPr sz="4200">
                <a:solidFill>
                  <a:srgbClr val="41294A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4200"/>
              <a:buNone/>
              <a:defRPr sz="4200">
                <a:solidFill>
                  <a:srgbClr val="41294A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4200"/>
              <a:buNone/>
              <a:defRPr sz="4200">
                <a:solidFill>
                  <a:srgbClr val="41294A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4200"/>
              <a:buNone/>
              <a:defRPr sz="4200">
                <a:solidFill>
                  <a:srgbClr val="41294A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4200"/>
              <a:buNone/>
              <a:defRPr sz="4200">
                <a:solidFill>
                  <a:srgbClr val="41294A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4200"/>
              <a:buNone/>
              <a:defRPr sz="4200">
                <a:solidFill>
                  <a:srgbClr val="41294A"/>
                </a:solidFill>
              </a:defRPr>
            </a:lvl9pPr>
          </a:lstStyle>
          <a:p>
            <a:endParaRPr/>
          </a:p>
        </p:txBody>
      </p:sp>
      <p:sp>
        <p:nvSpPr>
          <p:cNvPr id="143" name="Google Shape;143;p9"/>
          <p:cNvSpPr txBox="1">
            <a:spLocks noGrp="1"/>
          </p:cNvSpPr>
          <p:nvPr>
            <p:ph type="subTitle" idx="1"/>
          </p:nvPr>
        </p:nvSpPr>
        <p:spPr>
          <a:xfrm flipH="1">
            <a:off x="2374625" y="3795910"/>
            <a:ext cx="6044100" cy="3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None/>
              <a:defRPr sz="1600">
                <a:solidFill>
                  <a:srgbClr val="FFFFFF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None/>
              <a:defRPr sz="2100">
                <a:solidFill>
                  <a:srgbClr val="41294A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None/>
              <a:defRPr sz="2100">
                <a:solidFill>
                  <a:srgbClr val="41294A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None/>
              <a:defRPr sz="2100">
                <a:solidFill>
                  <a:srgbClr val="41294A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None/>
              <a:defRPr sz="2100">
                <a:solidFill>
                  <a:srgbClr val="41294A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None/>
              <a:defRPr sz="2100">
                <a:solidFill>
                  <a:srgbClr val="41294A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None/>
              <a:defRPr sz="2100">
                <a:solidFill>
                  <a:srgbClr val="41294A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None/>
              <a:defRPr sz="2100">
                <a:solidFill>
                  <a:srgbClr val="41294A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None/>
              <a:defRPr sz="2100">
                <a:solidFill>
                  <a:srgbClr val="41294A"/>
                </a:solidFill>
              </a:defRPr>
            </a:lvl9pPr>
          </a:lstStyle>
          <a:p>
            <a:endParaRPr/>
          </a:p>
        </p:txBody>
      </p:sp>
      <p:sp>
        <p:nvSpPr>
          <p:cNvPr id="144" name="Google Shape;144;p9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7242125" y="952809"/>
            <a:ext cx="1176600" cy="859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3600"/>
              <a:buNone/>
              <a:defRPr sz="60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4800"/>
              <a:buFont typeface="Fira Sans Extra Condensed Medium"/>
              <a:buNone/>
              <a:defRPr sz="4800">
                <a:solidFill>
                  <a:srgbClr val="999999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4800"/>
              <a:buFont typeface="Fira Sans Extra Condensed Medium"/>
              <a:buNone/>
              <a:defRPr sz="4800">
                <a:solidFill>
                  <a:srgbClr val="999999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4800"/>
              <a:buFont typeface="Fira Sans Extra Condensed Medium"/>
              <a:buNone/>
              <a:defRPr sz="4800">
                <a:solidFill>
                  <a:srgbClr val="999999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4800"/>
              <a:buFont typeface="Fira Sans Extra Condensed Medium"/>
              <a:buNone/>
              <a:defRPr sz="4800">
                <a:solidFill>
                  <a:srgbClr val="999999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4800"/>
              <a:buFont typeface="Fira Sans Extra Condensed Medium"/>
              <a:buNone/>
              <a:defRPr sz="4800">
                <a:solidFill>
                  <a:srgbClr val="999999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4800"/>
              <a:buFont typeface="Fira Sans Extra Condensed Medium"/>
              <a:buNone/>
              <a:defRPr sz="4800">
                <a:solidFill>
                  <a:srgbClr val="999999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4800"/>
              <a:buFont typeface="Fira Sans Extra Condensed Medium"/>
              <a:buNone/>
              <a:defRPr sz="4800">
                <a:solidFill>
                  <a:srgbClr val="999999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4800"/>
              <a:buFont typeface="Fira Sans Extra Condensed Medium"/>
              <a:buNone/>
              <a:defRPr sz="4800">
                <a:solidFill>
                  <a:srgbClr val="999999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long list">
  <p:cSld name="CUSTOM_8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0" name="Google Shape;220;p14"/>
          <p:cNvGrpSpPr/>
          <p:nvPr/>
        </p:nvGrpSpPr>
        <p:grpSpPr>
          <a:xfrm>
            <a:off x="2600" y="0"/>
            <a:ext cx="9141388" cy="5143500"/>
            <a:chOff x="2600" y="0"/>
            <a:chExt cx="9141388" cy="5143500"/>
          </a:xfrm>
        </p:grpSpPr>
        <p:sp>
          <p:nvSpPr>
            <p:cNvPr id="221" name="Google Shape;221;p14"/>
            <p:cNvSpPr/>
            <p:nvPr/>
          </p:nvSpPr>
          <p:spPr>
            <a:xfrm rot="5400000">
              <a:off x="5830875" y="1830375"/>
              <a:ext cx="3645950" cy="2980275"/>
            </a:xfrm>
            <a:custGeom>
              <a:avLst/>
              <a:gdLst/>
              <a:ahLst/>
              <a:cxnLst/>
              <a:rect l="l" t="t" r="r" b="b"/>
              <a:pathLst>
                <a:path w="145838" h="119211" extrusionOk="0">
                  <a:moveTo>
                    <a:pt x="0" y="1"/>
                  </a:moveTo>
                  <a:cubicBezTo>
                    <a:pt x="1292" y="31275"/>
                    <a:pt x="14076" y="60489"/>
                    <a:pt x="36342" y="82756"/>
                  </a:cubicBezTo>
                  <a:cubicBezTo>
                    <a:pt x="59851" y="106264"/>
                    <a:pt x="91108" y="119211"/>
                    <a:pt x="124355" y="119211"/>
                  </a:cubicBezTo>
                  <a:cubicBezTo>
                    <a:pt x="131628" y="119211"/>
                    <a:pt x="138812" y="118589"/>
                    <a:pt x="145838" y="117374"/>
                  </a:cubicBezTo>
                  <a:lnTo>
                    <a:pt x="145838" y="96140"/>
                  </a:lnTo>
                  <a:cubicBezTo>
                    <a:pt x="138849" y="97606"/>
                    <a:pt x="131661" y="98365"/>
                    <a:pt x="124355" y="98365"/>
                  </a:cubicBezTo>
                  <a:cubicBezTo>
                    <a:pt x="96676" y="98365"/>
                    <a:pt x="70653" y="87588"/>
                    <a:pt x="51080" y="68014"/>
                  </a:cubicBezTo>
                  <a:cubicBezTo>
                    <a:pt x="32752" y="49686"/>
                    <a:pt x="22137" y="25703"/>
                    <a:pt x="20861" y="1"/>
                  </a:cubicBezTo>
                  <a:close/>
                </a:path>
              </a:pathLst>
            </a:custGeom>
            <a:solidFill>
              <a:srgbClr val="2EE6C4">
                <a:alpha val="450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2" name="Google Shape;222;p14"/>
            <p:cNvGrpSpPr/>
            <p:nvPr/>
          </p:nvGrpSpPr>
          <p:grpSpPr>
            <a:xfrm flipH="1">
              <a:off x="2600" y="0"/>
              <a:ext cx="3394238" cy="5143500"/>
              <a:chOff x="5744400" y="0"/>
              <a:chExt cx="3394238" cy="5143500"/>
            </a:xfrm>
          </p:grpSpPr>
          <p:sp>
            <p:nvSpPr>
              <p:cNvPr id="223" name="Google Shape;223;p14"/>
              <p:cNvSpPr/>
              <p:nvPr/>
            </p:nvSpPr>
            <p:spPr>
              <a:xfrm>
                <a:off x="5744400" y="2532050"/>
                <a:ext cx="2496775" cy="2611450"/>
              </a:xfrm>
              <a:custGeom>
                <a:avLst/>
                <a:gdLst/>
                <a:ahLst/>
                <a:cxnLst/>
                <a:rect l="l" t="t" r="r" b="b"/>
                <a:pathLst>
                  <a:path w="99871" h="104458" extrusionOk="0">
                    <a:moveTo>
                      <a:pt x="20710" y="20753"/>
                    </a:moveTo>
                    <a:lnTo>
                      <a:pt x="77504" y="59211"/>
                    </a:lnTo>
                    <a:lnTo>
                      <a:pt x="15797" y="89169"/>
                    </a:lnTo>
                    <a:lnTo>
                      <a:pt x="20710" y="20753"/>
                    </a:lnTo>
                    <a:close/>
                    <a:moveTo>
                      <a:pt x="14233" y="1"/>
                    </a:moveTo>
                    <a:cubicBezTo>
                      <a:pt x="13129" y="1"/>
                      <a:pt x="12021" y="248"/>
                      <a:pt x="10997" y="750"/>
                    </a:cubicBezTo>
                    <a:cubicBezTo>
                      <a:pt x="8609" y="1905"/>
                      <a:pt x="7027" y="4241"/>
                      <a:pt x="6838" y="6885"/>
                    </a:cubicBezTo>
                    <a:lnTo>
                      <a:pt x="90" y="100914"/>
                    </a:lnTo>
                    <a:cubicBezTo>
                      <a:pt x="0" y="102151"/>
                      <a:pt x="228" y="103363"/>
                      <a:pt x="716" y="104458"/>
                    </a:cubicBezTo>
                    <a:lnTo>
                      <a:pt x="18242" y="104458"/>
                    </a:lnTo>
                    <a:lnTo>
                      <a:pt x="95527" y="66938"/>
                    </a:lnTo>
                    <a:cubicBezTo>
                      <a:pt x="96242" y="66593"/>
                      <a:pt x="96892" y="66138"/>
                      <a:pt x="97445" y="65598"/>
                    </a:cubicBezTo>
                    <a:cubicBezTo>
                      <a:pt x="98734" y="64347"/>
                      <a:pt x="99549" y="62650"/>
                      <a:pt x="99682" y="60803"/>
                    </a:cubicBezTo>
                    <a:cubicBezTo>
                      <a:pt x="99871" y="58159"/>
                      <a:pt x="98639" y="55620"/>
                      <a:pt x="96446" y="54137"/>
                    </a:cubicBezTo>
                    <a:lnTo>
                      <a:pt x="18388" y="1280"/>
                    </a:lnTo>
                    <a:cubicBezTo>
                      <a:pt x="17142" y="432"/>
                      <a:pt x="15688" y="1"/>
                      <a:pt x="14233" y="1"/>
                    </a:cubicBezTo>
                    <a:close/>
                  </a:path>
                </a:pathLst>
              </a:custGeom>
              <a:solidFill>
                <a:srgbClr val="2EE6C4">
                  <a:alpha val="45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14"/>
              <p:cNvSpPr/>
              <p:nvPr/>
            </p:nvSpPr>
            <p:spPr>
              <a:xfrm>
                <a:off x="6583675" y="0"/>
                <a:ext cx="959475" cy="574975"/>
              </a:xfrm>
              <a:custGeom>
                <a:avLst/>
                <a:gdLst/>
                <a:ahLst/>
                <a:cxnLst/>
                <a:rect l="l" t="t" r="r" b="b"/>
                <a:pathLst>
                  <a:path w="38379" h="22999" extrusionOk="0">
                    <a:moveTo>
                      <a:pt x="1" y="1"/>
                    </a:moveTo>
                    <a:lnTo>
                      <a:pt x="28154" y="21999"/>
                    </a:lnTo>
                    <a:cubicBezTo>
                      <a:pt x="28552" y="22312"/>
                      <a:pt x="28992" y="22554"/>
                      <a:pt x="29458" y="22719"/>
                    </a:cubicBezTo>
                    <a:cubicBezTo>
                      <a:pt x="29969" y="22904"/>
                      <a:pt x="30509" y="22998"/>
                      <a:pt x="31054" y="22998"/>
                    </a:cubicBezTo>
                    <a:cubicBezTo>
                      <a:pt x="31651" y="22998"/>
                      <a:pt x="32248" y="22885"/>
                      <a:pt x="32817" y="22657"/>
                    </a:cubicBezTo>
                    <a:cubicBezTo>
                      <a:pt x="34375" y="22023"/>
                      <a:pt x="35484" y="20610"/>
                      <a:pt x="35716" y="18943"/>
                    </a:cubicBezTo>
                    <a:lnTo>
                      <a:pt x="38378" y="1"/>
                    </a:lnTo>
                    <a:lnTo>
                      <a:pt x="28865" y="1"/>
                    </a:lnTo>
                    <a:lnTo>
                      <a:pt x="27524" y="9552"/>
                    </a:lnTo>
                    <a:lnTo>
                      <a:pt x="15301" y="1"/>
                    </a:lnTo>
                    <a:close/>
                  </a:path>
                </a:pathLst>
              </a:custGeom>
              <a:solidFill>
                <a:srgbClr val="2EE6C4">
                  <a:alpha val="45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14"/>
              <p:cNvSpPr/>
              <p:nvPr/>
            </p:nvSpPr>
            <p:spPr>
              <a:xfrm rot="10800000">
                <a:off x="8357563" y="268825"/>
                <a:ext cx="781075" cy="995825"/>
              </a:xfrm>
              <a:custGeom>
                <a:avLst/>
                <a:gdLst/>
                <a:ahLst/>
                <a:cxnLst/>
                <a:rect l="l" t="t" r="r" b="b"/>
                <a:pathLst>
                  <a:path w="31243" h="39833" extrusionOk="0">
                    <a:moveTo>
                      <a:pt x="1" y="1"/>
                    </a:moveTo>
                    <a:lnTo>
                      <a:pt x="1" y="7491"/>
                    </a:lnTo>
                    <a:lnTo>
                      <a:pt x="21885" y="22311"/>
                    </a:lnTo>
                    <a:lnTo>
                      <a:pt x="1" y="32938"/>
                    </a:lnTo>
                    <a:lnTo>
                      <a:pt x="1" y="39832"/>
                    </a:lnTo>
                    <a:lnTo>
                      <a:pt x="29423" y="25547"/>
                    </a:lnTo>
                    <a:cubicBezTo>
                      <a:pt x="29727" y="25400"/>
                      <a:pt x="29996" y="25210"/>
                      <a:pt x="30229" y="24983"/>
                    </a:cubicBezTo>
                    <a:cubicBezTo>
                      <a:pt x="30769" y="24462"/>
                      <a:pt x="31110" y="23751"/>
                      <a:pt x="31167" y="22979"/>
                    </a:cubicBezTo>
                    <a:cubicBezTo>
                      <a:pt x="31242" y="21871"/>
                      <a:pt x="30726" y="20810"/>
                      <a:pt x="29812" y="20189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EE6C4">
                  <a:alpha val="45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26" name="Google Shape;226;p14"/>
          <p:cNvGrpSpPr/>
          <p:nvPr/>
        </p:nvGrpSpPr>
        <p:grpSpPr>
          <a:xfrm>
            <a:off x="317250" y="100236"/>
            <a:ext cx="8509400" cy="5119132"/>
            <a:chOff x="317250" y="100236"/>
            <a:chExt cx="8509400" cy="5119132"/>
          </a:xfrm>
        </p:grpSpPr>
        <p:sp>
          <p:nvSpPr>
            <p:cNvPr id="227" name="Google Shape;227;p14"/>
            <p:cNvSpPr/>
            <p:nvPr/>
          </p:nvSpPr>
          <p:spPr>
            <a:xfrm>
              <a:off x="4459872" y="268825"/>
              <a:ext cx="224104" cy="112149"/>
            </a:xfrm>
            <a:custGeom>
              <a:avLst/>
              <a:gdLst/>
              <a:ahLst/>
              <a:cxnLst/>
              <a:rect l="l" t="t" r="r" b="b"/>
              <a:pathLst>
                <a:path w="2304" h="1153" extrusionOk="0">
                  <a:moveTo>
                    <a:pt x="0" y="1"/>
                  </a:moveTo>
                  <a:lnTo>
                    <a:pt x="1152" y="1153"/>
                  </a:lnTo>
                  <a:lnTo>
                    <a:pt x="23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4"/>
            <p:cNvSpPr/>
            <p:nvPr/>
          </p:nvSpPr>
          <p:spPr>
            <a:xfrm>
              <a:off x="4459872" y="4762622"/>
              <a:ext cx="224104" cy="112052"/>
            </a:xfrm>
            <a:custGeom>
              <a:avLst/>
              <a:gdLst/>
              <a:ahLst/>
              <a:cxnLst/>
              <a:rect l="l" t="t" r="r" b="b"/>
              <a:pathLst>
                <a:path w="2304" h="1152" extrusionOk="0">
                  <a:moveTo>
                    <a:pt x="1152" y="1"/>
                  </a:moveTo>
                  <a:lnTo>
                    <a:pt x="0" y="1152"/>
                  </a:lnTo>
                  <a:lnTo>
                    <a:pt x="2303" y="1152"/>
                  </a:lnTo>
                  <a:lnTo>
                    <a:pt x="11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4"/>
            <p:cNvSpPr/>
            <p:nvPr/>
          </p:nvSpPr>
          <p:spPr>
            <a:xfrm>
              <a:off x="7706505" y="455700"/>
              <a:ext cx="423266" cy="416913"/>
            </a:xfrm>
            <a:custGeom>
              <a:avLst/>
              <a:gdLst/>
              <a:ahLst/>
              <a:cxnLst/>
              <a:rect l="l" t="t" r="r" b="b"/>
              <a:pathLst>
                <a:path w="7262" h="7153" extrusionOk="0">
                  <a:moveTo>
                    <a:pt x="2404" y="973"/>
                  </a:moveTo>
                  <a:lnTo>
                    <a:pt x="6233" y="2353"/>
                  </a:lnTo>
                  <a:lnTo>
                    <a:pt x="4855" y="6183"/>
                  </a:lnTo>
                  <a:lnTo>
                    <a:pt x="1025" y="4803"/>
                  </a:lnTo>
                  <a:lnTo>
                    <a:pt x="2404" y="973"/>
                  </a:lnTo>
                  <a:close/>
                  <a:moveTo>
                    <a:pt x="2150" y="1"/>
                  </a:moveTo>
                  <a:cubicBezTo>
                    <a:pt x="1975" y="1"/>
                    <a:pt x="1811" y="110"/>
                    <a:pt x="1748" y="284"/>
                  </a:cubicBezTo>
                  <a:lnTo>
                    <a:pt x="81" y="4914"/>
                  </a:lnTo>
                  <a:cubicBezTo>
                    <a:pt x="1" y="5135"/>
                    <a:pt x="115" y="5379"/>
                    <a:pt x="336" y="5459"/>
                  </a:cubicBezTo>
                  <a:lnTo>
                    <a:pt x="4968" y="7126"/>
                  </a:lnTo>
                  <a:cubicBezTo>
                    <a:pt x="5016" y="7144"/>
                    <a:pt x="5065" y="7152"/>
                    <a:pt x="5113" y="7152"/>
                  </a:cubicBezTo>
                  <a:cubicBezTo>
                    <a:pt x="5286" y="7152"/>
                    <a:pt x="5447" y="7045"/>
                    <a:pt x="5510" y="6872"/>
                  </a:cubicBezTo>
                  <a:lnTo>
                    <a:pt x="7181" y="2239"/>
                  </a:lnTo>
                  <a:cubicBezTo>
                    <a:pt x="7262" y="2018"/>
                    <a:pt x="7144" y="1774"/>
                    <a:pt x="6923" y="1696"/>
                  </a:cubicBezTo>
                  <a:lnTo>
                    <a:pt x="2293" y="26"/>
                  </a:lnTo>
                  <a:cubicBezTo>
                    <a:pt x="2246" y="9"/>
                    <a:pt x="2198" y="1"/>
                    <a:pt x="21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4"/>
            <p:cNvSpPr/>
            <p:nvPr/>
          </p:nvSpPr>
          <p:spPr>
            <a:xfrm>
              <a:off x="1402600" y="100236"/>
              <a:ext cx="224103" cy="218722"/>
            </a:xfrm>
            <a:custGeom>
              <a:avLst/>
              <a:gdLst/>
              <a:ahLst/>
              <a:cxnLst/>
              <a:rect l="l" t="t" r="r" b="b"/>
              <a:pathLst>
                <a:path w="5009" h="4889" extrusionOk="0">
                  <a:moveTo>
                    <a:pt x="1573" y="0"/>
                  </a:moveTo>
                  <a:cubicBezTo>
                    <a:pt x="1513" y="0"/>
                    <a:pt x="1452" y="13"/>
                    <a:pt x="1393" y="41"/>
                  </a:cubicBezTo>
                  <a:cubicBezTo>
                    <a:pt x="1179" y="137"/>
                    <a:pt x="1085" y="392"/>
                    <a:pt x="1186" y="606"/>
                  </a:cubicBezTo>
                  <a:lnTo>
                    <a:pt x="1939" y="2236"/>
                  </a:lnTo>
                  <a:lnTo>
                    <a:pt x="308" y="2993"/>
                  </a:lnTo>
                  <a:cubicBezTo>
                    <a:pt x="94" y="3089"/>
                    <a:pt x="1" y="3344"/>
                    <a:pt x="101" y="3555"/>
                  </a:cubicBezTo>
                  <a:cubicBezTo>
                    <a:pt x="171" y="3711"/>
                    <a:pt x="325" y="3803"/>
                    <a:pt x="486" y="3803"/>
                  </a:cubicBezTo>
                  <a:cubicBezTo>
                    <a:pt x="547" y="3803"/>
                    <a:pt x="608" y="3790"/>
                    <a:pt x="667" y="3763"/>
                  </a:cubicBezTo>
                  <a:lnTo>
                    <a:pt x="2297" y="3009"/>
                  </a:lnTo>
                  <a:lnTo>
                    <a:pt x="3054" y="4643"/>
                  </a:lnTo>
                  <a:cubicBezTo>
                    <a:pt x="3124" y="4797"/>
                    <a:pt x="3279" y="4889"/>
                    <a:pt x="3441" y="4889"/>
                  </a:cubicBezTo>
                  <a:cubicBezTo>
                    <a:pt x="3500" y="4889"/>
                    <a:pt x="3559" y="4877"/>
                    <a:pt x="3616" y="4850"/>
                  </a:cubicBezTo>
                  <a:cubicBezTo>
                    <a:pt x="3830" y="4750"/>
                    <a:pt x="3924" y="4499"/>
                    <a:pt x="3827" y="4285"/>
                  </a:cubicBezTo>
                  <a:lnTo>
                    <a:pt x="3070" y="2652"/>
                  </a:lnTo>
                  <a:lnTo>
                    <a:pt x="4704" y="1898"/>
                  </a:lnTo>
                  <a:cubicBezTo>
                    <a:pt x="4914" y="1798"/>
                    <a:pt x="5008" y="1547"/>
                    <a:pt x="4911" y="1332"/>
                  </a:cubicBezTo>
                  <a:cubicBezTo>
                    <a:pt x="4838" y="1177"/>
                    <a:pt x="4686" y="1085"/>
                    <a:pt x="4526" y="1085"/>
                  </a:cubicBezTo>
                  <a:cubicBezTo>
                    <a:pt x="4465" y="1085"/>
                    <a:pt x="4404" y="1098"/>
                    <a:pt x="4346" y="1125"/>
                  </a:cubicBezTo>
                  <a:lnTo>
                    <a:pt x="2712" y="1878"/>
                  </a:lnTo>
                  <a:lnTo>
                    <a:pt x="1959" y="248"/>
                  </a:lnTo>
                  <a:cubicBezTo>
                    <a:pt x="1886" y="92"/>
                    <a:pt x="1733" y="0"/>
                    <a:pt x="15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1" name="Google Shape;231;p14"/>
            <p:cNvGrpSpPr/>
            <p:nvPr/>
          </p:nvGrpSpPr>
          <p:grpSpPr>
            <a:xfrm>
              <a:off x="317250" y="268825"/>
              <a:ext cx="8509400" cy="4605850"/>
              <a:chOff x="317250" y="268825"/>
              <a:chExt cx="8509400" cy="4605850"/>
            </a:xfrm>
          </p:grpSpPr>
          <p:sp>
            <p:nvSpPr>
              <p:cNvPr id="232" name="Google Shape;232;p14"/>
              <p:cNvSpPr/>
              <p:nvPr/>
            </p:nvSpPr>
            <p:spPr>
              <a:xfrm>
                <a:off x="317250" y="268825"/>
                <a:ext cx="157100" cy="4605850"/>
              </a:xfrm>
              <a:custGeom>
                <a:avLst/>
                <a:gdLst/>
                <a:ahLst/>
                <a:cxnLst/>
                <a:rect l="l" t="t" r="r" b="b"/>
                <a:pathLst>
                  <a:path w="6284" h="184234" extrusionOk="0">
                    <a:moveTo>
                      <a:pt x="1" y="0"/>
                    </a:moveTo>
                    <a:lnTo>
                      <a:pt x="1" y="184233"/>
                    </a:lnTo>
                    <a:lnTo>
                      <a:pt x="6283" y="184233"/>
                    </a:lnTo>
                    <a:lnTo>
                      <a:pt x="6283" y="182906"/>
                    </a:lnTo>
                    <a:lnTo>
                      <a:pt x="1328" y="182906"/>
                    </a:lnTo>
                    <a:lnTo>
                      <a:pt x="1328" y="1332"/>
                    </a:lnTo>
                    <a:lnTo>
                      <a:pt x="6283" y="1332"/>
                    </a:lnTo>
                    <a:lnTo>
                      <a:pt x="628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14"/>
              <p:cNvSpPr/>
              <p:nvPr/>
            </p:nvSpPr>
            <p:spPr>
              <a:xfrm rot="10800000">
                <a:off x="8669550" y="268825"/>
                <a:ext cx="157100" cy="4605850"/>
              </a:xfrm>
              <a:custGeom>
                <a:avLst/>
                <a:gdLst/>
                <a:ahLst/>
                <a:cxnLst/>
                <a:rect l="l" t="t" r="r" b="b"/>
                <a:pathLst>
                  <a:path w="6284" h="184234" extrusionOk="0">
                    <a:moveTo>
                      <a:pt x="1" y="0"/>
                    </a:moveTo>
                    <a:lnTo>
                      <a:pt x="1" y="184233"/>
                    </a:lnTo>
                    <a:lnTo>
                      <a:pt x="6283" y="184233"/>
                    </a:lnTo>
                    <a:lnTo>
                      <a:pt x="6283" y="182906"/>
                    </a:lnTo>
                    <a:lnTo>
                      <a:pt x="1328" y="182906"/>
                    </a:lnTo>
                    <a:lnTo>
                      <a:pt x="1328" y="1332"/>
                    </a:lnTo>
                    <a:lnTo>
                      <a:pt x="6283" y="1332"/>
                    </a:lnTo>
                    <a:lnTo>
                      <a:pt x="628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4" name="Google Shape;234;p14"/>
            <p:cNvSpPr/>
            <p:nvPr/>
          </p:nvSpPr>
          <p:spPr>
            <a:xfrm rot="-3000083">
              <a:off x="935724" y="4747579"/>
              <a:ext cx="496882" cy="342676"/>
            </a:xfrm>
            <a:custGeom>
              <a:avLst/>
              <a:gdLst/>
              <a:ahLst/>
              <a:cxnLst/>
              <a:rect l="l" t="t" r="r" b="b"/>
              <a:pathLst>
                <a:path w="15995" h="11031" extrusionOk="0">
                  <a:moveTo>
                    <a:pt x="4510" y="1"/>
                  </a:moveTo>
                  <a:cubicBezTo>
                    <a:pt x="4478" y="1"/>
                    <a:pt x="4445" y="5"/>
                    <a:pt x="4412" y="12"/>
                  </a:cubicBezTo>
                  <a:lnTo>
                    <a:pt x="368" y="990"/>
                  </a:lnTo>
                  <a:cubicBezTo>
                    <a:pt x="141" y="1047"/>
                    <a:pt x="0" y="1274"/>
                    <a:pt x="54" y="1502"/>
                  </a:cubicBezTo>
                  <a:cubicBezTo>
                    <a:pt x="102" y="1698"/>
                    <a:pt x="276" y="1829"/>
                    <a:pt x="467" y="1829"/>
                  </a:cubicBezTo>
                  <a:cubicBezTo>
                    <a:pt x="501" y="1829"/>
                    <a:pt x="535" y="1825"/>
                    <a:pt x="569" y="1817"/>
                  </a:cubicBezTo>
                  <a:lnTo>
                    <a:pt x="4198" y="939"/>
                  </a:lnTo>
                  <a:lnTo>
                    <a:pt x="5075" y="4572"/>
                  </a:lnTo>
                  <a:cubicBezTo>
                    <a:pt x="5120" y="4765"/>
                    <a:pt x="5295" y="4896"/>
                    <a:pt x="5486" y="4896"/>
                  </a:cubicBezTo>
                  <a:cubicBezTo>
                    <a:pt x="5519" y="4896"/>
                    <a:pt x="5553" y="4892"/>
                    <a:pt x="5587" y="4883"/>
                  </a:cubicBezTo>
                  <a:lnTo>
                    <a:pt x="9219" y="4009"/>
                  </a:lnTo>
                  <a:lnTo>
                    <a:pt x="10093" y="7638"/>
                  </a:lnTo>
                  <a:cubicBezTo>
                    <a:pt x="10141" y="7833"/>
                    <a:pt x="10315" y="7964"/>
                    <a:pt x="10509" y="7964"/>
                  </a:cubicBezTo>
                  <a:cubicBezTo>
                    <a:pt x="10542" y="7964"/>
                    <a:pt x="10575" y="7960"/>
                    <a:pt x="10608" y="7952"/>
                  </a:cubicBezTo>
                  <a:lnTo>
                    <a:pt x="14237" y="7076"/>
                  </a:lnTo>
                  <a:lnTo>
                    <a:pt x="15114" y="10704"/>
                  </a:lnTo>
                  <a:cubicBezTo>
                    <a:pt x="15160" y="10899"/>
                    <a:pt x="15336" y="11030"/>
                    <a:pt x="15528" y="11030"/>
                  </a:cubicBezTo>
                  <a:cubicBezTo>
                    <a:pt x="15560" y="11030"/>
                    <a:pt x="15593" y="11026"/>
                    <a:pt x="15626" y="11019"/>
                  </a:cubicBezTo>
                  <a:cubicBezTo>
                    <a:pt x="15858" y="10962"/>
                    <a:pt x="15994" y="10734"/>
                    <a:pt x="15941" y="10503"/>
                  </a:cubicBezTo>
                  <a:lnTo>
                    <a:pt x="14963" y="6463"/>
                  </a:lnTo>
                  <a:cubicBezTo>
                    <a:pt x="14918" y="6267"/>
                    <a:pt x="14744" y="6136"/>
                    <a:pt x="14554" y="6136"/>
                  </a:cubicBezTo>
                  <a:cubicBezTo>
                    <a:pt x="14520" y="6136"/>
                    <a:pt x="14486" y="6140"/>
                    <a:pt x="14452" y="6149"/>
                  </a:cubicBezTo>
                  <a:lnTo>
                    <a:pt x="10823" y="7025"/>
                  </a:lnTo>
                  <a:lnTo>
                    <a:pt x="9945" y="3393"/>
                  </a:lnTo>
                  <a:cubicBezTo>
                    <a:pt x="9897" y="3200"/>
                    <a:pt x="9726" y="3069"/>
                    <a:pt x="9534" y="3069"/>
                  </a:cubicBezTo>
                  <a:cubicBezTo>
                    <a:pt x="9500" y="3069"/>
                    <a:pt x="9465" y="3073"/>
                    <a:pt x="9430" y="3082"/>
                  </a:cubicBezTo>
                  <a:lnTo>
                    <a:pt x="5801" y="3955"/>
                  </a:lnTo>
                  <a:lnTo>
                    <a:pt x="4924" y="327"/>
                  </a:lnTo>
                  <a:cubicBezTo>
                    <a:pt x="4879" y="132"/>
                    <a:pt x="4703" y="1"/>
                    <a:pt x="45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14"/>
            <p:cNvSpPr/>
            <p:nvPr/>
          </p:nvSpPr>
          <p:spPr>
            <a:xfrm>
              <a:off x="7649030" y="4686859"/>
              <a:ext cx="336421" cy="336596"/>
            </a:xfrm>
            <a:custGeom>
              <a:avLst/>
              <a:gdLst/>
              <a:ahLst/>
              <a:cxnLst/>
              <a:rect l="l" t="t" r="r" b="b"/>
              <a:pathLst>
                <a:path w="5772" h="5775" extrusionOk="0">
                  <a:moveTo>
                    <a:pt x="2886" y="854"/>
                  </a:moveTo>
                  <a:cubicBezTo>
                    <a:pt x="4008" y="854"/>
                    <a:pt x="4921" y="1765"/>
                    <a:pt x="4921" y="2890"/>
                  </a:cubicBezTo>
                  <a:cubicBezTo>
                    <a:pt x="4921" y="4011"/>
                    <a:pt x="4008" y="4924"/>
                    <a:pt x="2886" y="4924"/>
                  </a:cubicBezTo>
                  <a:cubicBezTo>
                    <a:pt x="1765" y="4924"/>
                    <a:pt x="851" y="4011"/>
                    <a:pt x="851" y="2890"/>
                  </a:cubicBezTo>
                  <a:cubicBezTo>
                    <a:pt x="851" y="1765"/>
                    <a:pt x="1765" y="854"/>
                    <a:pt x="2886" y="854"/>
                  </a:cubicBezTo>
                  <a:close/>
                  <a:moveTo>
                    <a:pt x="2886" y="1"/>
                  </a:moveTo>
                  <a:cubicBezTo>
                    <a:pt x="1296" y="1"/>
                    <a:pt x="1" y="1296"/>
                    <a:pt x="1" y="2890"/>
                  </a:cubicBezTo>
                  <a:cubicBezTo>
                    <a:pt x="1" y="4479"/>
                    <a:pt x="1296" y="5774"/>
                    <a:pt x="2886" y="5774"/>
                  </a:cubicBezTo>
                  <a:cubicBezTo>
                    <a:pt x="4480" y="5774"/>
                    <a:pt x="5771" y="4479"/>
                    <a:pt x="5771" y="2890"/>
                  </a:cubicBezTo>
                  <a:cubicBezTo>
                    <a:pt x="5771" y="1296"/>
                    <a:pt x="4480" y="1"/>
                    <a:pt x="28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6" name="Google Shape;236;p14"/>
          <p:cNvSpPr txBox="1">
            <a:spLocks noGrp="1"/>
          </p:cNvSpPr>
          <p:nvPr>
            <p:ph type="ctrTitle"/>
          </p:nvPr>
        </p:nvSpPr>
        <p:spPr>
          <a:xfrm>
            <a:off x="720050" y="349067"/>
            <a:ext cx="7265400" cy="8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24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237" name="Google Shape;237;p14"/>
          <p:cNvSpPr txBox="1">
            <a:spLocks noGrp="1"/>
          </p:cNvSpPr>
          <p:nvPr>
            <p:ph type="body" idx="1"/>
          </p:nvPr>
        </p:nvSpPr>
        <p:spPr>
          <a:xfrm>
            <a:off x="720050" y="1371600"/>
            <a:ext cx="7703700" cy="31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  <a:defRPr sz="1200"/>
            </a:lvl1pPr>
            <a:lvl2pPr marL="914400" lvl="1" indent="-2984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Muli"/>
              <a:buAutoNum type="alphaLcPeriod"/>
              <a:defRPr/>
            </a:lvl2pPr>
            <a:lvl3pPr marL="1371600" lvl="2" indent="-2984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Muli"/>
              <a:buAutoNum type="romanLcPeriod"/>
              <a:defRPr/>
            </a:lvl3pPr>
            <a:lvl4pPr marL="1828800" lvl="3" indent="-2984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Muli"/>
              <a:buAutoNum type="arabicPeriod"/>
              <a:defRPr/>
            </a:lvl4pPr>
            <a:lvl5pPr marL="2286000" lvl="4" indent="-2984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Muli"/>
              <a:buAutoNum type="alphaLcPeriod"/>
              <a:defRPr/>
            </a:lvl5pPr>
            <a:lvl6pPr marL="2743200" lvl="5" indent="-2984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Muli"/>
              <a:buAutoNum type="romanLcPeriod"/>
              <a:defRPr/>
            </a:lvl6pPr>
            <a:lvl7pPr marL="3200400" lvl="6" indent="-2984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Muli"/>
              <a:buAutoNum type="arabicPeriod"/>
              <a:defRPr/>
            </a:lvl7pPr>
            <a:lvl8pPr marL="3657600" lvl="7" indent="-2984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Muli"/>
              <a:buAutoNum type="alphaLcPeriod"/>
              <a:defRPr/>
            </a:lvl8pPr>
            <a:lvl9pPr marL="4114800" lvl="8" indent="-29845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100"/>
              <a:buFont typeface="Muli"/>
              <a:buAutoNum type="romanLcPeriod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CUSTOM_9_1_1_1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  <a:effectLst/>
      </p:bgPr>
    </p:bg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2" name="Google Shape;442;p26"/>
          <p:cNvGrpSpPr/>
          <p:nvPr/>
        </p:nvGrpSpPr>
        <p:grpSpPr>
          <a:xfrm>
            <a:off x="317250" y="100236"/>
            <a:ext cx="8509400" cy="5119132"/>
            <a:chOff x="317250" y="100236"/>
            <a:chExt cx="8509400" cy="5119132"/>
          </a:xfrm>
        </p:grpSpPr>
        <p:sp>
          <p:nvSpPr>
            <p:cNvPr id="443" name="Google Shape;443;p26"/>
            <p:cNvSpPr/>
            <p:nvPr/>
          </p:nvSpPr>
          <p:spPr>
            <a:xfrm>
              <a:off x="4459872" y="268825"/>
              <a:ext cx="224104" cy="112149"/>
            </a:xfrm>
            <a:custGeom>
              <a:avLst/>
              <a:gdLst/>
              <a:ahLst/>
              <a:cxnLst/>
              <a:rect l="l" t="t" r="r" b="b"/>
              <a:pathLst>
                <a:path w="2304" h="1153" extrusionOk="0">
                  <a:moveTo>
                    <a:pt x="0" y="1"/>
                  </a:moveTo>
                  <a:lnTo>
                    <a:pt x="1152" y="1153"/>
                  </a:lnTo>
                  <a:lnTo>
                    <a:pt x="23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6"/>
            <p:cNvSpPr/>
            <p:nvPr/>
          </p:nvSpPr>
          <p:spPr>
            <a:xfrm>
              <a:off x="4459872" y="4762622"/>
              <a:ext cx="224104" cy="112052"/>
            </a:xfrm>
            <a:custGeom>
              <a:avLst/>
              <a:gdLst/>
              <a:ahLst/>
              <a:cxnLst/>
              <a:rect l="l" t="t" r="r" b="b"/>
              <a:pathLst>
                <a:path w="2304" h="1152" extrusionOk="0">
                  <a:moveTo>
                    <a:pt x="1152" y="1"/>
                  </a:moveTo>
                  <a:lnTo>
                    <a:pt x="0" y="1152"/>
                  </a:lnTo>
                  <a:lnTo>
                    <a:pt x="2303" y="1152"/>
                  </a:lnTo>
                  <a:lnTo>
                    <a:pt x="11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6"/>
            <p:cNvSpPr/>
            <p:nvPr/>
          </p:nvSpPr>
          <p:spPr>
            <a:xfrm>
              <a:off x="7706505" y="455700"/>
              <a:ext cx="423266" cy="416913"/>
            </a:xfrm>
            <a:custGeom>
              <a:avLst/>
              <a:gdLst/>
              <a:ahLst/>
              <a:cxnLst/>
              <a:rect l="l" t="t" r="r" b="b"/>
              <a:pathLst>
                <a:path w="7262" h="7153" extrusionOk="0">
                  <a:moveTo>
                    <a:pt x="2404" y="973"/>
                  </a:moveTo>
                  <a:lnTo>
                    <a:pt x="6233" y="2353"/>
                  </a:lnTo>
                  <a:lnTo>
                    <a:pt x="4855" y="6183"/>
                  </a:lnTo>
                  <a:lnTo>
                    <a:pt x="1025" y="4803"/>
                  </a:lnTo>
                  <a:lnTo>
                    <a:pt x="2404" y="973"/>
                  </a:lnTo>
                  <a:close/>
                  <a:moveTo>
                    <a:pt x="2150" y="1"/>
                  </a:moveTo>
                  <a:cubicBezTo>
                    <a:pt x="1975" y="1"/>
                    <a:pt x="1811" y="110"/>
                    <a:pt x="1748" y="284"/>
                  </a:cubicBezTo>
                  <a:lnTo>
                    <a:pt x="81" y="4914"/>
                  </a:lnTo>
                  <a:cubicBezTo>
                    <a:pt x="1" y="5135"/>
                    <a:pt x="115" y="5379"/>
                    <a:pt x="336" y="5459"/>
                  </a:cubicBezTo>
                  <a:lnTo>
                    <a:pt x="4968" y="7126"/>
                  </a:lnTo>
                  <a:cubicBezTo>
                    <a:pt x="5016" y="7144"/>
                    <a:pt x="5065" y="7152"/>
                    <a:pt x="5113" y="7152"/>
                  </a:cubicBezTo>
                  <a:cubicBezTo>
                    <a:pt x="5286" y="7152"/>
                    <a:pt x="5447" y="7045"/>
                    <a:pt x="5510" y="6872"/>
                  </a:cubicBezTo>
                  <a:lnTo>
                    <a:pt x="7181" y="2239"/>
                  </a:lnTo>
                  <a:cubicBezTo>
                    <a:pt x="7262" y="2018"/>
                    <a:pt x="7144" y="1774"/>
                    <a:pt x="6923" y="1696"/>
                  </a:cubicBezTo>
                  <a:lnTo>
                    <a:pt x="2293" y="26"/>
                  </a:lnTo>
                  <a:cubicBezTo>
                    <a:pt x="2246" y="9"/>
                    <a:pt x="2198" y="1"/>
                    <a:pt x="21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6"/>
            <p:cNvSpPr/>
            <p:nvPr/>
          </p:nvSpPr>
          <p:spPr>
            <a:xfrm>
              <a:off x="1402600" y="100236"/>
              <a:ext cx="224103" cy="218722"/>
            </a:xfrm>
            <a:custGeom>
              <a:avLst/>
              <a:gdLst/>
              <a:ahLst/>
              <a:cxnLst/>
              <a:rect l="l" t="t" r="r" b="b"/>
              <a:pathLst>
                <a:path w="5009" h="4889" extrusionOk="0">
                  <a:moveTo>
                    <a:pt x="1573" y="0"/>
                  </a:moveTo>
                  <a:cubicBezTo>
                    <a:pt x="1513" y="0"/>
                    <a:pt x="1452" y="13"/>
                    <a:pt x="1393" y="41"/>
                  </a:cubicBezTo>
                  <a:cubicBezTo>
                    <a:pt x="1179" y="137"/>
                    <a:pt x="1085" y="392"/>
                    <a:pt x="1186" y="606"/>
                  </a:cubicBezTo>
                  <a:lnTo>
                    <a:pt x="1939" y="2236"/>
                  </a:lnTo>
                  <a:lnTo>
                    <a:pt x="308" y="2993"/>
                  </a:lnTo>
                  <a:cubicBezTo>
                    <a:pt x="94" y="3089"/>
                    <a:pt x="1" y="3344"/>
                    <a:pt x="101" y="3555"/>
                  </a:cubicBezTo>
                  <a:cubicBezTo>
                    <a:pt x="171" y="3711"/>
                    <a:pt x="325" y="3803"/>
                    <a:pt x="486" y="3803"/>
                  </a:cubicBezTo>
                  <a:cubicBezTo>
                    <a:pt x="547" y="3803"/>
                    <a:pt x="608" y="3790"/>
                    <a:pt x="667" y="3763"/>
                  </a:cubicBezTo>
                  <a:lnTo>
                    <a:pt x="2297" y="3009"/>
                  </a:lnTo>
                  <a:lnTo>
                    <a:pt x="3054" y="4643"/>
                  </a:lnTo>
                  <a:cubicBezTo>
                    <a:pt x="3124" y="4797"/>
                    <a:pt x="3279" y="4889"/>
                    <a:pt x="3441" y="4889"/>
                  </a:cubicBezTo>
                  <a:cubicBezTo>
                    <a:pt x="3500" y="4889"/>
                    <a:pt x="3559" y="4877"/>
                    <a:pt x="3616" y="4850"/>
                  </a:cubicBezTo>
                  <a:cubicBezTo>
                    <a:pt x="3830" y="4750"/>
                    <a:pt x="3924" y="4499"/>
                    <a:pt x="3827" y="4285"/>
                  </a:cubicBezTo>
                  <a:lnTo>
                    <a:pt x="3070" y="2652"/>
                  </a:lnTo>
                  <a:lnTo>
                    <a:pt x="4704" y="1898"/>
                  </a:lnTo>
                  <a:cubicBezTo>
                    <a:pt x="4914" y="1798"/>
                    <a:pt x="5008" y="1547"/>
                    <a:pt x="4911" y="1332"/>
                  </a:cubicBezTo>
                  <a:cubicBezTo>
                    <a:pt x="4838" y="1177"/>
                    <a:pt x="4686" y="1085"/>
                    <a:pt x="4526" y="1085"/>
                  </a:cubicBezTo>
                  <a:cubicBezTo>
                    <a:pt x="4465" y="1085"/>
                    <a:pt x="4404" y="1098"/>
                    <a:pt x="4346" y="1125"/>
                  </a:cubicBezTo>
                  <a:lnTo>
                    <a:pt x="2712" y="1878"/>
                  </a:lnTo>
                  <a:lnTo>
                    <a:pt x="1959" y="248"/>
                  </a:lnTo>
                  <a:cubicBezTo>
                    <a:pt x="1886" y="92"/>
                    <a:pt x="1733" y="0"/>
                    <a:pt x="15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47" name="Google Shape;447;p26"/>
            <p:cNvGrpSpPr/>
            <p:nvPr/>
          </p:nvGrpSpPr>
          <p:grpSpPr>
            <a:xfrm>
              <a:off x="317250" y="268825"/>
              <a:ext cx="8509400" cy="4605850"/>
              <a:chOff x="317250" y="268825"/>
              <a:chExt cx="8509400" cy="4605850"/>
            </a:xfrm>
          </p:grpSpPr>
          <p:sp>
            <p:nvSpPr>
              <p:cNvPr id="448" name="Google Shape;448;p26"/>
              <p:cNvSpPr/>
              <p:nvPr/>
            </p:nvSpPr>
            <p:spPr>
              <a:xfrm>
                <a:off x="317250" y="268825"/>
                <a:ext cx="157100" cy="4605850"/>
              </a:xfrm>
              <a:custGeom>
                <a:avLst/>
                <a:gdLst/>
                <a:ahLst/>
                <a:cxnLst/>
                <a:rect l="l" t="t" r="r" b="b"/>
                <a:pathLst>
                  <a:path w="6284" h="184234" extrusionOk="0">
                    <a:moveTo>
                      <a:pt x="1" y="0"/>
                    </a:moveTo>
                    <a:lnTo>
                      <a:pt x="1" y="184233"/>
                    </a:lnTo>
                    <a:lnTo>
                      <a:pt x="6283" y="184233"/>
                    </a:lnTo>
                    <a:lnTo>
                      <a:pt x="6283" y="182906"/>
                    </a:lnTo>
                    <a:lnTo>
                      <a:pt x="1328" y="182906"/>
                    </a:lnTo>
                    <a:lnTo>
                      <a:pt x="1328" y="1332"/>
                    </a:lnTo>
                    <a:lnTo>
                      <a:pt x="6283" y="1332"/>
                    </a:lnTo>
                    <a:lnTo>
                      <a:pt x="628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449;p26"/>
              <p:cNvSpPr/>
              <p:nvPr/>
            </p:nvSpPr>
            <p:spPr>
              <a:xfrm rot="10800000">
                <a:off x="8669550" y="268825"/>
                <a:ext cx="157100" cy="4605850"/>
              </a:xfrm>
              <a:custGeom>
                <a:avLst/>
                <a:gdLst/>
                <a:ahLst/>
                <a:cxnLst/>
                <a:rect l="l" t="t" r="r" b="b"/>
                <a:pathLst>
                  <a:path w="6284" h="184234" extrusionOk="0">
                    <a:moveTo>
                      <a:pt x="1" y="0"/>
                    </a:moveTo>
                    <a:lnTo>
                      <a:pt x="1" y="184233"/>
                    </a:lnTo>
                    <a:lnTo>
                      <a:pt x="6283" y="184233"/>
                    </a:lnTo>
                    <a:lnTo>
                      <a:pt x="6283" y="182906"/>
                    </a:lnTo>
                    <a:lnTo>
                      <a:pt x="1328" y="182906"/>
                    </a:lnTo>
                    <a:lnTo>
                      <a:pt x="1328" y="1332"/>
                    </a:lnTo>
                    <a:lnTo>
                      <a:pt x="6283" y="1332"/>
                    </a:lnTo>
                    <a:lnTo>
                      <a:pt x="628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50" name="Google Shape;450;p26"/>
            <p:cNvSpPr/>
            <p:nvPr/>
          </p:nvSpPr>
          <p:spPr>
            <a:xfrm rot="-3000083">
              <a:off x="935724" y="4747579"/>
              <a:ext cx="496882" cy="342676"/>
            </a:xfrm>
            <a:custGeom>
              <a:avLst/>
              <a:gdLst/>
              <a:ahLst/>
              <a:cxnLst/>
              <a:rect l="l" t="t" r="r" b="b"/>
              <a:pathLst>
                <a:path w="15995" h="11031" extrusionOk="0">
                  <a:moveTo>
                    <a:pt x="4510" y="1"/>
                  </a:moveTo>
                  <a:cubicBezTo>
                    <a:pt x="4478" y="1"/>
                    <a:pt x="4445" y="5"/>
                    <a:pt x="4412" y="12"/>
                  </a:cubicBezTo>
                  <a:lnTo>
                    <a:pt x="368" y="990"/>
                  </a:lnTo>
                  <a:cubicBezTo>
                    <a:pt x="141" y="1047"/>
                    <a:pt x="0" y="1274"/>
                    <a:pt x="54" y="1502"/>
                  </a:cubicBezTo>
                  <a:cubicBezTo>
                    <a:pt x="102" y="1698"/>
                    <a:pt x="276" y="1829"/>
                    <a:pt x="467" y="1829"/>
                  </a:cubicBezTo>
                  <a:cubicBezTo>
                    <a:pt x="501" y="1829"/>
                    <a:pt x="535" y="1825"/>
                    <a:pt x="569" y="1817"/>
                  </a:cubicBezTo>
                  <a:lnTo>
                    <a:pt x="4198" y="939"/>
                  </a:lnTo>
                  <a:lnTo>
                    <a:pt x="5075" y="4572"/>
                  </a:lnTo>
                  <a:cubicBezTo>
                    <a:pt x="5120" y="4765"/>
                    <a:pt x="5295" y="4896"/>
                    <a:pt x="5486" y="4896"/>
                  </a:cubicBezTo>
                  <a:cubicBezTo>
                    <a:pt x="5519" y="4896"/>
                    <a:pt x="5553" y="4892"/>
                    <a:pt x="5587" y="4883"/>
                  </a:cubicBezTo>
                  <a:lnTo>
                    <a:pt x="9219" y="4009"/>
                  </a:lnTo>
                  <a:lnTo>
                    <a:pt x="10093" y="7638"/>
                  </a:lnTo>
                  <a:cubicBezTo>
                    <a:pt x="10141" y="7833"/>
                    <a:pt x="10315" y="7964"/>
                    <a:pt x="10509" y="7964"/>
                  </a:cubicBezTo>
                  <a:cubicBezTo>
                    <a:pt x="10542" y="7964"/>
                    <a:pt x="10575" y="7960"/>
                    <a:pt x="10608" y="7952"/>
                  </a:cubicBezTo>
                  <a:lnTo>
                    <a:pt x="14237" y="7076"/>
                  </a:lnTo>
                  <a:lnTo>
                    <a:pt x="15114" y="10704"/>
                  </a:lnTo>
                  <a:cubicBezTo>
                    <a:pt x="15160" y="10899"/>
                    <a:pt x="15336" y="11030"/>
                    <a:pt x="15528" y="11030"/>
                  </a:cubicBezTo>
                  <a:cubicBezTo>
                    <a:pt x="15560" y="11030"/>
                    <a:pt x="15593" y="11026"/>
                    <a:pt x="15626" y="11019"/>
                  </a:cubicBezTo>
                  <a:cubicBezTo>
                    <a:pt x="15858" y="10962"/>
                    <a:pt x="15994" y="10734"/>
                    <a:pt x="15941" y="10503"/>
                  </a:cubicBezTo>
                  <a:lnTo>
                    <a:pt x="14963" y="6463"/>
                  </a:lnTo>
                  <a:cubicBezTo>
                    <a:pt x="14918" y="6267"/>
                    <a:pt x="14744" y="6136"/>
                    <a:pt x="14554" y="6136"/>
                  </a:cubicBezTo>
                  <a:cubicBezTo>
                    <a:pt x="14520" y="6136"/>
                    <a:pt x="14486" y="6140"/>
                    <a:pt x="14452" y="6149"/>
                  </a:cubicBezTo>
                  <a:lnTo>
                    <a:pt x="10823" y="7025"/>
                  </a:lnTo>
                  <a:lnTo>
                    <a:pt x="9945" y="3393"/>
                  </a:lnTo>
                  <a:cubicBezTo>
                    <a:pt x="9897" y="3200"/>
                    <a:pt x="9726" y="3069"/>
                    <a:pt x="9534" y="3069"/>
                  </a:cubicBezTo>
                  <a:cubicBezTo>
                    <a:pt x="9500" y="3069"/>
                    <a:pt x="9465" y="3073"/>
                    <a:pt x="9430" y="3082"/>
                  </a:cubicBezTo>
                  <a:lnTo>
                    <a:pt x="5801" y="3955"/>
                  </a:lnTo>
                  <a:lnTo>
                    <a:pt x="4924" y="327"/>
                  </a:lnTo>
                  <a:cubicBezTo>
                    <a:pt x="4879" y="132"/>
                    <a:pt x="4703" y="1"/>
                    <a:pt x="45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6"/>
            <p:cNvSpPr/>
            <p:nvPr/>
          </p:nvSpPr>
          <p:spPr>
            <a:xfrm>
              <a:off x="7649030" y="4686859"/>
              <a:ext cx="336421" cy="336596"/>
            </a:xfrm>
            <a:custGeom>
              <a:avLst/>
              <a:gdLst/>
              <a:ahLst/>
              <a:cxnLst/>
              <a:rect l="l" t="t" r="r" b="b"/>
              <a:pathLst>
                <a:path w="5772" h="5775" extrusionOk="0">
                  <a:moveTo>
                    <a:pt x="2886" y="854"/>
                  </a:moveTo>
                  <a:cubicBezTo>
                    <a:pt x="4008" y="854"/>
                    <a:pt x="4921" y="1765"/>
                    <a:pt x="4921" y="2890"/>
                  </a:cubicBezTo>
                  <a:cubicBezTo>
                    <a:pt x="4921" y="4011"/>
                    <a:pt x="4008" y="4924"/>
                    <a:pt x="2886" y="4924"/>
                  </a:cubicBezTo>
                  <a:cubicBezTo>
                    <a:pt x="1765" y="4924"/>
                    <a:pt x="851" y="4011"/>
                    <a:pt x="851" y="2890"/>
                  </a:cubicBezTo>
                  <a:cubicBezTo>
                    <a:pt x="851" y="1765"/>
                    <a:pt x="1765" y="854"/>
                    <a:pt x="2886" y="854"/>
                  </a:cubicBezTo>
                  <a:close/>
                  <a:moveTo>
                    <a:pt x="2886" y="1"/>
                  </a:moveTo>
                  <a:cubicBezTo>
                    <a:pt x="1296" y="1"/>
                    <a:pt x="1" y="1296"/>
                    <a:pt x="1" y="2890"/>
                  </a:cubicBezTo>
                  <a:cubicBezTo>
                    <a:pt x="1" y="4479"/>
                    <a:pt x="1296" y="5774"/>
                    <a:pt x="2886" y="5774"/>
                  </a:cubicBezTo>
                  <a:cubicBezTo>
                    <a:pt x="4480" y="5774"/>
                    <a:pt x="5771" y="4479"/>
                    <a:pt x="5771" y="2890"/>
                  </a:cubicBezTo>
                  <a:cubicBezTo>
                    <a:pt x="5771" y="1296"/>
                    <a:pt x="4480" y="1"/>
                    <a:pt x="28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Squada One"/>
              <a:buNone/>
              <a:defRPr sz="48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Squada One"/>
              <a:buNone/>
              <a:defRPr sz="48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Squada One"/>
              <a:buNone/>
              <a:defRPr sz="48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Squada One"/>
              <a:buNone/>
              <a:defRPr sz="48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Squada One"/>
              <a:buNone/>
              <a:defRPr sz="48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Squada One"/>
              <a:buNone/>
              <a:defRPr sz="48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Squada One"/>
              <a:buNone/>
              <a:defRPr sz="48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Squada One"/>
              <a:buNone/>
              <a:defRPr sz="48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Squada One"/>
              <a:buNone/>
              <a:defRPr sz="48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Barlow"/>
              <a:buChar char="●"/>
              <a:def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Barlow"/>
              <a:buChar char="○"/>
              <a:def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Barlow"/>
              <a:buChar char="■"/>
              <a:def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Barlow"/>
              <a:buChar char="●"/>
              <a:def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Barlow"/>
              <a:buChar char="○"/>
              <a:def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Barlow"/>
              <a:buChar char="■"/>
              <a:def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Barlow"/>
              <a:buChar char="●"/>
              <a:def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Barlow"/>
              <a:buChar char="○"/>
              <a:def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Font typeface="Barlow"/>
              <a:buChar char="■"/>
              <a:defRPr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5" r:id="rId3"/>
    <p:sldLayoutId id="2147483660" r:id="rId4"/>
    <p:sldLayoutId id="2147483672" r:id="rId5"/>
    <p:sldLayoutId id="214748367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  <a:effectLst/>
      </p:bgPr>
    </p:bg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1" name="Google Shape;461;p30"/>
          <p:cNvPicPr preferRelativeResize="0"/>
          <p:nvPr/>
        </p:nvPicPr>
        <p:blipFill rotWithShape="1">
          <a:blip r:embed="rId3">
            <a:alphaModFix/>
          </a:blip>
          <a:srcRect t="14712"/>
          <a:stretch/>
        </p:blipFill>
        <p:spPr>
          <a:xfrm>
            <a:off x="0" y="1265856"/>
            <a:ext cx="9144005" cy="438665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30"/>
          <p:cNvSpPr txBox="1">
            <a:spLocks noGrp="1"/>
          </p:cNvSpPr>
          <p:nvPr>
            <p:ph type="subTitle" idx="1"/>
          </p:nvPr>
        </p:nvSpPr>
        <p:spPr>
          <a:xfrm>
            <a:off x="318232" y="4397959"/>
            <a:ext cx="7500352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b="1" dirty="0">
                <a:latin typeface="Arial Black" panose="020B0A04020102020204" pitchFamily="34" charset="0"/>
              </a:rPr>
              <a:t>OLEH : ARIF HERFIAN </a:t>
            </a:r>
            <a:r>
              <a:rPr lang="en" b="1">
                <a:latin typeface="Arial Black" panose="020B0A04020102020204" pitchFamily="34" charset="0"/>
              </a:rPr>
              <a:t>ZAEN CHARTIKO</a:t>
            </a:r>
            <a:endParaRPr b="1" dirty="0">
              <a:latin typeface="Arial Black" panose="020B0A04020102020204" pitchFamily="34" charset="0"/>
            </a:endParaRPr>
          </a:p>
        </p:txBody>
      </p:sp>
      <p:sp>
        <p:nvSpPr>
          <p:cNvPr id="463" name="Google Shape;463;p30"/>
          <p:cNvSpPr txBox="1">
            <a:spLocks noGrp="1"/>
          </p:cNvSpPr>
          <p:nvPr>
            <p:ph type="ctrTitle"/>
          </p:nvPr>
        </p:nvSpPr>
        <p:spPr>
          <a:xfrm>
            <a:off x="1104161" y="934397"/>
            <a:ext cx="6935525" cy="200679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err="1">
                <a:latin typeface="Arial Black" panose="020B0A04020102020204" pitchFamily="34" charset="0"/>
              </a:rPr>
              <a:t>Instalasi</a:t>
            </a:r>
            <a:r>
              <a:rPr lang="en-US" sz="4000" dirty="0">
                <a:latin typeface="Arial Black" panose="020B0A04020102020204" pitchFamily="34" charset="0"/>
              </a:rPr>
              <a:t> Antivirus dan Windows Defender Firewall</a:t>
            </a:r>
            <a:endParaRPr sz="4000" dirty="0">
              <a:latin typeface="Arial Black" panose="020B0A04020102020204" pitchFamily="34" charset="0"/>
            </a:endParaRPr>
          </a:p>
        </p:txBody>
      </p:sp>
      <p:grpSp>
        <p:nvGrpSpPr>
          <p:cNvPr id="464" name="Google Shape;464;p30"/>
          <p:cNvGrpSpPr/>
          <p:nvPr/>
        </p:nvGrpSpPr>
        <p:grpSpPr>
          <a:xfrm>
            <a:off x="317250" y="100236"/>
            <a:ext cx="8509400" cy="5119132"/>
            <a:chOff x="317250" y="100236"/>
            <a:chExt cx="8509400" cy="5119132"/>
          </a:xfrm>
        </p:grpSpPr>
        <p:sp>
          <p:nvSpPr>
            <p:cNvPr id="465" name="Google Shape;465;p30"/>
            <p:cNvSpPr/>
            <p:nvPr/>
          </p:nvSpPr>
          <p:spPr>
            <a:xfrm>
              <a:off x="4459872" y="268825"/>
              <a:ext cx="224104" cy="112149"/>
            </a:xfrm>
            <a:custGeom>
              <a:avLst/>
              <a:gdLst/>
              <a:ahLst/>
              <a:cxnLst/>
              <a:rect l="l" t="t" r="r" b="b"/>
              <a:pathLst>
                <a:path w="2304" h="1153" extrusionOk="0">
                  <a:moveTo>
                    <a:pt x="0" y="1"/>
                  </a:moveTo>
                  <a:lnTo>
                    <a:pt x="1152" y="1153"/>
                  </a:lnTo>
                  <a:lnTo>
                    <a:pt x="23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0"/>
            <p:cNvSpPr/>
            <p:nvPr/>
          </p:nvSpPr>
          <p:spPr>
            <a:xfrm>
              <a:off x="4459872" y="4762622"/>
              <a:ext cx="224104" cy="112052"/>
            </a:xfrm>
            <a:custGeom>
              <a:avLst/>
              <a:gdLst/>
              <a:ahLst/>
              <a:cxnLst/>
              <a:rect l="l" t="t" r="r" b="b"/>
              <a:pathLst>
                <a:path w="2304" h="1152" extrusionOk="0">
                  <a:moveTo>
                    <a:pt x="1152" y="1"/>
                  </a:moveTo>
                  <a:lnTo>
                    <a:pt x="0" y="1152"/>
                  </a:lnTo>
                  <a:lnTo>
                    <a:pt x="2303" y="1152"/>
                  </a:lnTo>
                  <a:lnTo>
                    <a:pt x="11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0"/>
            <p:cNvSpPr/>
            <p:nvPr/>
          </p:nvSpPr>
          <p:spPr>
            <a:xfrm>
              <a:off x="7706505" y="455700"/>
              <a:ext cx="423266" cy="416913"/>
            </a:xfrm>
            <a:custGeom>
              <a:avLst/>
              <a:gdLst/>
              <a:ahLst/>
              <a:cxnLst/>
              <a:rect l="l" t="t" r="r" b="b"/>
              <a:pathLst>
                <a:path w="7262" h="7153" extrusionOk="0">
                  <a:moveTo>
                    <a:pt x="2404" y="973"/>
                  </a:moveTo>
                  <a:lnTo>
                    <a:pt x="6233" y="2353"/>
                  </a:lnTo>
                  <a:lnTo>
                    <a:pt x="4855" y="6183"/>
                  </a:lnTo>
                  <a:lnTo>
                    <a:pt x="1025" y="4803"/>
                  </a:lnTo>
                  <a:lnTo>
                    <a:pt x="2404" y="973"/>
                  </a:lnTo>
                  <a:close/>
                  <a:moveTo>
                    <a:pt x="2150" y="1"/>
                  </a:moveTo>
                  <a:cubicBezTo>
                    <a:pt x="1975" y="1"/>
                    <a:pt x="1811" y="110"/>
                    <a:pt x="1748" y="284"/>
                  </a:cubicBezTo>
                  <a:lnTo>
                    <a:pt x="81" y="4914"/>
                  </a:lnTo>
                  <a:cubicBezTo>
                    <a:pt x="1" y="5135"/>
                    <a:pt x="115" y="5379"/>
                    <a:pt x="336" y="5459"/>
                  </a:cubicBezTo>
                  <a:lnTo>
                    <a:pt x="4968" y="7126"/>
                  </a:lnTo>
                  <a:cubicBezTo>
                    <a:pt x="5016" y="7144"/>
                    <a:pt x="5065" y="7152"/>
                    <a:pt x="5113" y="7152"/>
                  </a:cubicBezTo>
                  <a:cubicBezTo>
                    <a:pt x="5286" y="7152"/>
                    <a:pt x="5447" y="7045"/>
                    <a:pt x="5510" y="6872"/>
                  </a:cubicBezTo>
                  <a:lnTo>
                    <a:pt x="7181" y="2239"/>
                  </a:lnTo>
                  <a:cubicBezTo>
                    <a:pt x="7262" y="2018"/>
                    <a:pt x="7144" y="1774"/>
                    <a:pt x="6923" y="1696"/>
                  </a:cubicBezTo>
                  <a:lnTo>
                    <a:pt x="2293" y="26"/>
                  </a:lnTo>
                  <a:cubicBezTo>
                    <a:pt x="2246" y="9"/>
                    <a:pt x="2198" y="1"/>
                    <a:pt x="21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0"/>
            <p:cNvSpPr/>
            <p:nvPr/>
          </p:nvSpPr>
          <p:spPr>
            <a:xfrm>
              <a:off x="1402600" y="100236"/>
              <a:ext cx="224103" cy="218722"/>
            </a:xfrm>
            <a:custGeom>
              <a:avLst/>
              <a:gdLst/>
              <a:ahLst/>
              <a:cxnLst/>
              <a:rect l="l" t="t" r="r" b="b"/>
              <a:pathLst>
                <a:path w="5009" h="4889" extrusionOk="0">
                  <a:moveTo>
                    <a:pt x="1573" y="0"/>
                  </a:moveTo>
                  <a:cubicBezTo>
                    <a:pt x="1513" y="0"/>
                    <a:pt x="1452" y="13"/>
                    <a:pt x="1393" y="41"/>
                  </a:cubicBezTo>
                  <a:cubicBezTo>
                    <a:pt x="1179" y="137"/>
                    <a:pt x="1085" y="392"/>
                    <a:pt x="1186" y="606"/>
                  </a:cubicBezTo>
                  <a:lnTo>
                    <a:pt x="1939" y="2236"/>
                  </a:lnTo>
                  <a:lnTo>
                    <a:pt x="308" y="2993"/>
                  </a:lnTo>
                  <a:cubicBezTo>
                    <a:pt x="94" y="3089"/>
                    <a:pt x="1" y="3344"/>
                    <a:pt x="101" y="3555"/>
                  </a:cubicBezTo>
                  <a:cubicBezTo>
                    <a:pt x="171" y="3711"/>
                    <a:pt x="325" y="3803"/>
                    <a:pt x="486" y="3803"/>
                  </a:cubicBezTo>
                  <a:cubicBezTo>
                    <a:pt x="547" y="3803"/>
                    <a:pt x="608" y="3790"/>
                    <a:pt x="667" y="3763"/>
                  </a:cubicBezTo>
                  <a:lnTo>
                    <a:pt x="2297" y="3009"/>
                  </a:lnTo>
                  <a:lnTo>
                    <a:pt x="3054" y="4643"/>
                  </a:lnTo>
                  <a:cubicBezTo>
                    <a:pt x="3124" y="4797"/>
                    <a:pt x="3279" y="4889"/>
                    <a:pt x="3441" y="4889"/>
                  </a:cubicBezTo>
                  <a:cubicBezTo>
                    <a:pt x="3500" y="4889"/>
                    <a:pt x="3559" y="4877"/>
                    <a:pt x="3616" y="4850"/>
                  </a:cubicBezTo>
                  <a:cubicBezTo>
                    <a:pt x="3830" y="4750"/>
                    <a:pt x="3924" y="4499"/>
                    <a:pt x="3827" y="4285"/>
                  </a:cubicBezTo>
                  <a:lnTo>
                    <a:pt x="3070" y="2652"/>
                  </a:lnTo>
                  <a:lnTo>
                    <a:pt x="4704" y="1898"/>
                  </a:lnTo>
                  <a:cubicBezTo>
                    <a:pt x="4914" y="1798"/>
                    <a:pt x="5008" y="1547"/>
                    <a:pt x="4911" y="1332"/>
                  </a:cubicBezTo>
                  <a:cubicBezTo>
                    <a:pt x="4838" y="1177"/>
                    <a:pt x="4686" y="1085"/>
                    <a:pt x="4526" y="1085"/>
                  </a:cubicBezTo>
                  <a:cubicBezTo>
                    <a:pt x="4465" y="1085"/>
                    <a:pt x="4404" y="1098"/>
                    <a:pt x="4346" y="1125"/>
                  </a:cubicBezTo>
                  <a:lnTo>
                    <a:pt x="2712" y="1878"/>
                  </a:lnTo>
                  <a:lnTo>
                    <a:pt x="1959" y="248"/>
                  </a:lnTo>
                  <a:cubicBezTo>
                    <a:pt x="1886" y="92"/>
                    <a:pt x="1733" y="0"/>
                    <a:pt x="15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9" name="Google Shape;469;p30"/>
            <p:cNvGrpSpPr/>
            <p:nvPr/>
          </p:nvGrpSpPr>
          <p:grpSpPr>
            <a:xfrm>
              <a:off x="317250" y="268825"/>
              <a:ext cx="8509400" cy="4605850"/>
              <a:chOff x="317250" y="268825"/>
              <a:chExt cx="8509400" cy="4605850"/>
            </a:xfrm>
          </p:grpSpPr>
          <p:sp>
            <p:nvSpPr>
              <p:cNvPr id="470" name="Google Shape;470;p30"/>
              <p:cNvSpPr/>
              <p:nvPr/>
            </p:nvSpPr>
            <p:spPr>
              <a:xfrm>
                <a:off x="317250" y="268825"/>
                <a:ext cx="157100" cy="4605850"/>
              </a:xfrm>
              <a:custGeom>
                <a:avLst/>
                <a:gdLst/>
                <a:ahLst/>
                <a:cxnLst/>
                <a:rect l="l" t="t" r="r" b="b"/>
                <a:pathLst>
                  <a:path w="6284" h="184234" extrusionOk="0">
                    <a:moveTo>
                      <a:pt x="1" y="0"/>
                    </a:moveTo>
                    <a:lnTo>
                      <a:pt x="1" y="184233"/>
                    </a:lnTo>
                    <a:lnTo>
                      <a:pt x="6283" y="184233"/>
                    </a:lnTo>
                    <a:lnTo>
                      <a:pt x="6283" y="182906"/>
                    </a:lnTo>
                    <a:lnTo>
                      <a:pt x="1328" y="182906"/>
                    </a:lnTo>
                    <a:lnTo>
                      <a:pt x="1328" y="1332"/>
                    </a:lnTo>
                    <a:lnTo>
                      <a:pt x="6283" y="1332"/>
                    </a:lnTo>
                    <a:lnTo>
                      <a:pt x="628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Google Shape;471;p30"/>
              <p:cNvSpPr/>
              <p:nvPr/>
            </p:nvSpPr>
            <p:spPr>
              <a:xfrm rot="10800000">
                <a:off x="8669550" y="268825"/>
                <a:ext cx="157100" cy="4605850"/>
              </a:xfrm>
              <a:custGeom>
                <a:avLst/>
                <a:gdLst/>
                <a:ahLst/>
                <a:cxnLst/>
                <a:rect l="l" t="t" r="r" b="b"/>
                <a:pathLst>
                  <a:path w="6284" h="184234" extrusionOk="0">
                    <a:moveTo>
                      <a:pt x="1" y="0"/>
                    </a:moveTo>
                    <a:lnTo>
                      <a:pt x="1" y="184233"/>
                    </a:lnTo>
                    <a:lnTo>
                      <a:pt x="6283" y="184233"/>
                    </a:lnTo>
                    <a:lnTo>
                      <a:pt x="6283" y="182906"/>
                    </a:lnTo>
                    <a:lnTo>
                      <a:pt x="1328" y="182906"/>
                    </a:lnTo>
                    <a:lnTo>
                      <a:pt x="1328" y="1332"/>
                    </a:lnTo>
                    <a:lnTo>
                      <a:pt x="6283" y="1332"/>
                    </a:lnTo>
                    <a:lnTo>
                      <a:pt x="628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72" name="Google Shape;472;p30"/>
            <p:cNvSpPr/>
            <p:nvPr/>
          </p:nvSpPr>
          <p:spPr>
            <a:xfrm rot="-3000083">
              <a:off x="935724" y="4747579"/>
              <a:ext cx="496882" cy="342676"/>
            </a:xfrm>
            <a:custGeom>
              <a:avLst/>
              <a:gdLst/>
              <a:ahLst/>
              <a:cxnLst/>
              <a:rect l="l" t="t" r="r" b="b"/>
              <a:pathLst>
                <a:path w="15995" h="11031" extrusionOk="0">
                  <a:moveTo>
                    <a:pt x="4510" y="1"/>
                  </a:moveTo>
                  <a:cubicBezTo>
                    <a:pt x="4478" y="1"/>
                    <a:pt x="4445" y="5"/>
                    <a:pt x="4412" y="12"/>
                  </a:cubicBezTo>
                  <a:lnTo>
                    <a:pt x="368" y="990"/>
                  </a:lnTo>
                  <a:cubicBezTo>
                    <a:pt x="141" y="1047"/>
                    <a:pt x="0" y="1274"/>
                    <a:pt x="54" y="1502"/>
                  </a:cubicBezTo>
                  <a:cubicBezTo>
                    <a:pt x="102" y="1698"/>
                    <a:pt x="276" y="1829"/>
                    <a:pt x="467" y="1829"/>
                  </a:cubicBezTo>
                  <a:cubicBezTo>
                    <a:pt x="501" y="1829"/>
                    <a:pt x="535" y="1825"/>
                    <a:pt x="569" y="1817"/>
                  </a:cubicBezTo>
                  <a:lnTo>
                    <a:pt x="4198" y="939"/>
                  </a:lnTo>
                  <a:lnTo>
                    <a:pt x="5075" y="4572"/>
                  </a:lnTo>
                  <a:cubicBezTo>
                    <a:pt x="5120" y="4765"/>
                    <a:pt x="5295" y="4896"/>
                    <a:pt x="5486" y="4896"/>
                  </a:cubicBezTo>
                  <a:cubicBezTo>
                    <a:pt x="5519" y="4896"/>
                    <a:pt x="5553" y="4892"/>
                    <a:pt x="5587" y="4883"/>
                  </a:cubicBezTo>
                  <a:lnTo>
                    <a:pt x="9219" y="4009"/>
                  </a:lnTo>
                  <a:lnTo>
                    <a:pt x="10093" y="7638"/>
                  </a:lnTo>
                  <a:cubicBezTo>
                    <a:pt x="10141" y="7833"/>
                    <a:pt x="10315" y="7964"/>
                    <a:pt x="10509" y="7964"/>
                  </a:cubicBezTo>
                  <a:cubicBezTo>
                    <a:pt x="10542" y="7964"/>
                    <a:pt x="10575" y="7960"/>
                    <a:pt x="10608" y="7952"/>
                  </a:cubicBezTo>
                  <a:lnTo>
                    <a:pt x="14237" y="7076"/>
                  </a:lnTo>
                  <a:lnTo>
                    <a:pt x="15114" y="10704"/>
                  </a:lnTo>
                  <a:cubicBezTo>
                    <a:pt x="15160" y="10899"/>
                    <a:pt x="15336" y="11030"/>
                    <a:pt x="15528" y="11030"/>
                  </a:cubicBezTo>
                  <a:cubicBezTo>
                    <a:pt x="15560" y="11030"/>
                    <a:pt x="15593" y="11026"/>
                    <a:pt x="15626" y="11019"/>
                  </a:cubicBezTo>
                  <a:cubicBezTo>
                    <a:pt x="15858" y="10962"/>
                    <a:pt x="15994" y="10734"/>
                    <a:pt x="15941" y="10503"/>
                  </a:cubicBezTo>
                  <a:lnTo>
                    <a:pt x="14963" y="6463"/>
                  </a:lnTo>
                  <a:cubicBezTo>
                    <a:pt x="14918" y="6267"/>
                    <a:pt x="14744" y="6136"/>
                    <a:pt x="14554" y="6136"/>
                  </a:cubicBezTo>
                  <a:cubicBezTo>
                    <a:pt x="14520" y="6136"/>
                    <a:pt x="14486" y="6140"/>
                    <a:pt x="14452" y="6149"/>
                  </a:cubicBezTo>
                  <a:lnTo>
                    <a:pt x="10823" y="7025"/>
                  </a:lnTo>
                  <a:lnTo>
                    <a:pt x="9945" y="3393"/>
                  </a:lnTo>
                  <a:cubicBezTo>
                    <a:pt x="9897" y="3200"/>
                    <a:pt x="9726" y="3069"/>
                    <a:pt x="9534" y="3069"/>
                  </a:cubicBezTo>
                  <a:cubicBezTo>
                    <a:pt x="9500" y="3069"/>
                    <a:pt x="9465" y="3073"/>
                    <a:pt x="9430" y="3082"/>
                  </a:cubicBezTo>
                  <a:lnTo>
                    <a:pt x="5801" y="3955"/>
                  </a:lnTo>
                  <a:lnTo>
                    <a:pt x="4924" y="327"/>
                  </a:lnTo>
                  <a:cubicBezTo>
                    <a:pt x="4879" y="132"/>
                    <a:pt x="4703" y="1"/>
                    <a:pt x="45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0"/>
            <p:cNvSpPr/>
            <p:nvPr/>
          </p:nvSpPr>
          <p:spPr>
            <a:xfrm>
              <a:off x="7649030" y="4686859"/>
              <a:ext cx="336421" cy="336596"/>
            </a:xfrm>
            <a:custGeom>
              <a:avLst/>
              <a:gdLst/>
              <a:ahLst/>
              <a:cxnLst/>
              <a:rect l="l" t="t" r="r" b="b"/>
              <a:pathLst>
                <a:path w="5772" h="5775" extrusionOk="0">
                  <a:moveTo>
                    <a:pt x="2886" y="854"/>
                  </a:moveTo>
                  <a:cubicBezTo>
                    <a:pt x="4008" y="854"/>
                    <a:pt x="4921" y="1765"/>
                    <a:pt x="4921" y="2890"/>
                  </a:cubicBezTo>
                  <a:cubicBezTo>
                    <a:pt x="4921" y="4011"/>
                    <a:pt x="4008" y="4924"/>
                    <a:pt x="2886" y="4924"/>
                  </a:cubicBezTo>
                  <a:cubicBezTo>
                    <a:pt x="1765" y="4924"/>
                    <a:pt x="851" y="4011"/>
                    <a:pt x="851" y="2890"/>
                  </a:cubicBezTo>
                  <a:cubicBezTo>
                    <a:pt x="851" y="1765"/>
                    <a:pt x="1765" y="854"/>
                    <a:pt x="2886" y="854"/>
                  </a:cubicBezTo>
                  <a:close/>
                  <a:moveTo>
                    <a:pt x="2886" y="1"/>
                  </a:moveTo>
                  <a:cubicBezTo>
                    <a:pt x="1296" y="1"/>
                    <a:pt x="1" y="1296"/>
                    <a:pt x="1" y="2890"/>
                  </a:cubicBezTo>
                  <a:cubicBezTo>
                    <a:pt x="1" y="4479"/>
                    <a:pt x="1296" y="5774"/>
                    <a:pt x="2886" y="5774"/>
                  </a:cubicBezTo>
                  <a:cubicBezTo>
                    <a:pt x="4480" y="5774"/>
                    <a:pt x="5771" y="4479"/>
                    <a:pt x="5771" y="2890"/>
                  </a:cubicBezTo>
                  <a:cubicBezTo>
                    <a:pt x="5771" y="1296"/>
                    <a:pt x="4480" y="1"/>
                    <a:pt x="28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Google Shape;850;p50">
            <a:extLst>
              <a:ext uri="{FF2B5EF4-FFF2-40B4-BE49-F238E27FC236}">
                <a16:creationId xmlns:a16="http://schemas.microsoft.com/office/drawing/2014/main" id="{B24920D9-235A-6DC3-3DBA-27DA5623857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6302" r="28050"/>
          <a:stretch/>
        </p:blipFill>
        <p:spPr>
          <a:xfrm rot="20383293" flipH="1">
            <a:off x="117356" y="-127736"/>
            <a:ext cx="1198022" cy="14623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  <a:effectLst/>
      </p:bgPr>
    </p:bg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850;p50">
            <a:extLst>
              <a:ext uri="{FF2B5EF4-FFF2-40B4-BE49-F238E27FC236}">
                <a16:creationId xmlns:a16="http://schemas.microsoft.com/office/drawing/2014/main" id="{C99BB40A-6C24-69D2-67E6-BEE2CC87588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6302" r="28050"/>
          <a:stretch/>
        </p:blipFill>
        <p:spPr>
          <a:xfrm rot="20383293" flipH="1">
            <a:off x="140616" y="3424780"/>
            <a:ext cx="2711086" cy="3309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461;p30">
            <a:extLst>
              <a:ext uri="{FF2B5EF4-FFF2-40B4-BE49-F238E27FC236}">
                <a16:creationId xmlns:a16="http://schemas.microsoft.com/office/drawing/2014/main" id="{8B16721F-3E42-0613-D324-9030AEE1185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14712"/>
          <a:stretch/>
        </p:blipFill>
        <p:spPr>
          <a:xfrm rot="13901000" flipH="1">
            <a:off x="5656015" y="-2664001"/>
            <a:ext cx="3783721" cy="3168304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1"/>
          <p:cNvSpPr txBox="1">
            <a:spLocks noGrp="1"/>
          </p:cNvSpPr>
          <p:nvPr>
            <p:ph type="body" idx="1"/>
          </p:nvPr>
        </p:nvSpPr>
        <p:spPr>
          <a:xfrm>
            <a:off x="720050" y="1690592"/>
            <a:ext cx="7703700" cy="19052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0" i="0" dirty="0">
                <a:solidFill>
                  <a:srgbClr val="ECECEC"/>
                </a:solidFill>
                <a:effectLst/>
                <a:latin typeface="Söhne"/>
              </a:rPr>
              <a:t>Antivirus </a:t>
            </a:r>
            <a:r>
              <a:rPr lang="en-US" sz="2000" b="0" i="0" dirty="0" err="1">
                <a:solidFill>
                  <a:srgbClr val="ECECEC"/>
                </a:solidFill>
                <a:effectLst/>
                <a:latin typeface="Söhne"/>
              </a:rPr>
              <a:t>adalah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ECECEC"/>
                </a:solidFill>
                <a:effectLst/>
                <a:latin typeface="Söhne"/>
              </a:rPr>
              <a:t>perangkat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ECECEC"/>
                </a:solidFill>
                <a:effectLst/>
                <a:latin typeface="Söhne"/>
              </a:rPr>
              <a:t>lunak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ECECEC"/>
                </a:solidFill>
                <a:effectLst/>
                <a:latin typeface="Söhne"/>
              </a:rPr>
              <a:t>atau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Söhne"/>
              </a:rPr>
              <a:t> program </a:t>
            </a:r>
            <a:r>
              <a:rPr lang="en-US" sz="2000" b="0" i="0" dirty="0" err="1">
                <a:solidFill>
                  <a:srgbClr val="ECECEC"/>
                </a:solidFill>
                <a:effectLst/>
                <a:latin typeface="Söhne"/>
              </a:rPr>
              <a:t>komputer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Söhne"/>
              </a:rPr>
              <a:t> yang </a:t>
            </a:r>
            <a:r>
              <a:rPr lang="en-US" sz="2000" b="0" i="0" dirty="0" err="1">
                <a:solidFill>
                  <a:srgbClr val="ECECEC"/>
                </a:solidFill>
                <a:effectLst/>
                <a:latin typeface="Söhne"/>
              </a:rPr>
              <a:t>dirancang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ECECEC"/>
                </a:solidFill>
                <a:effectLst/>
                <a:latin typeface="Söhne"/>
              </a:rPr>
              <a:t>untuk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ECECEC"/>
                </a:solidFill>
                <a:effectLst/>
                <a:latin typeface="Söhne"/>
              </a:rPr>
              <a:t>mendeteksi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Söhne"/>
              </a:rPr>
              <a:t>, </a:t>
            </a:r>
            <a:r>
              <a:rPr lang="en-US" sz="2000" b="0" i="0" dirty="0" err="1">
                <a:solidFill>
                  <a:srgbClr val="ECECEC"/>
                </a:solidFill>
                <a:effectLst/>
                <a:latin typeface="Söhne"/>
              </a:rPr>
              <a:t>mencegah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Söhne"/>
              </a:rPr>
              <a:t>, dan </a:t>
            </a:r>
            <a:r>
              <a:rPr lang="en-US" sz="2000" b="0" i="0" dirty="0" err="1">
                <a:solidFill>
                  <a:srgbClr val="ECECEC"/>
                </a:solidFill>
                <a:effectLst/>
                <a:latin typeface="Söhne"/>
              </a:rPr>
              <a:t>menghapus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ECECEC"/>
                </a:solidFill>
                <a:effectLst/>
                <a:latin typeface="Söhne"/>
              </a:rPr>
              <a:t>perangkat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ECECEC"/>
                </a:solidFill>
                <a:effectLst/>
                <a:latin typeface="Söhne"/>
              </a:rPr>
              <a:t>lunak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ECECEC"/>
                </a:solidFill>
                <a:effectLst/>
                <a:latin typeface="Söhne"/>
              </a:rPr>
              <a:t>berbahaya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ECECEC"/>
                </a:solidFill>
                <a:effectLst/>
                <a:latin typeface="Söhne"/>
              </a:rPr>
              <a:t>atau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Söhne"/>
              </a:rPr>
              <a:t> malware </a:t>
            </a:r>
            <a:r>
              <a:rPr lang="en-US" sz="2000" b="0" i="0" dirty="0" err="1">
                <a:solidFill>
                  <a:srgbClr val="ECECEC"/>
                </a:solidFill>
                <a:effectLst/>
                <a:latin typeface="Söhne"/>
              </a:rPr>
              <a:t>dari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ECECEC"/>
                </a:solidFill>
                <a:effectLst/>
                <a:latin typeface="Söhne"/>
              </a:rPr>
              <a:t>sistem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ECECEC"/>
                </a:solidFill>
                <a:effectLst/>
                <a:latin typeface="Söhne"/>
              </a:rPr>
              <a:t>komputer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Söhne"/>
              </a:rPr>
              <a:t>. </a:t>
            </a:r>
            <a:r>
              <a:rPr lang="en-US" sz="2000" b="0" i="0" dirty="0" err="1">
                <a:solidFill>
                  <a:srgbClr val="ECECEC"/>
                </a:solidFill>
                <a:effectLst/>
                <a:latin typeface="Söhne"/>
              </a:rPr>
              <a:t>Tujuan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ECECEC"/>
                </a:solidFill>
                <a:effectLst/>
                <a:latin typeface="Söhne"/>
              </a:rPr>
              <a:t>utama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ECECEC"/>
                </a:solidFill>
                <a:effectLst/>
                <a:latin typeface="Söhne"/>
              </a:rPr>
              <a:t>dari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Söhne"/>
              </a:rPr>
              <a:t> antivirus </a:t>
            </a:r>
            <a:r>
              <a:rPr lang="en-US" sz="2000" b="0" i="0" dirty="0" err="1">
                <a:solidFill>
                  <a:srgbClr val="ECECEC"/>
                </a:solidFill>
                <a:effectLst/>
                <a:latin typeface="Söhne"/>
              </a:rPr>
              <a:t>adalah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ECECEC"/>
                </a:solidFill>
                <a:effectLst/>
                <a:latin typeface="Söhne"/>
              </a:rPr>
              <a:t>melindungi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ECECEC"/>
                </a:solidFill>
                <a:effectLst/>
                <a:latin typeface="Söhne"/>
              </a:rPr>
              <a:t>komputer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ECECEC"/>
                </a:solidFill>
                <a:effectLst/>
                <a:latin typeface="Söhne"/>
              </a:rPr>
              <a:t>atau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ECECEC"/>
                </a:solidFill>
                <a:effectLst/>
                <a:latin typeface="Söhne"/>
              </a:rPr>
              <a:t>jaringan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ECECEC"/>
                </a:solidFill>
                <a:effectLst/>
                <a:latin typeface="Söhne"/>
              </a:rPr>
              <a:t>dari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ECECEC"/>
                </a:solidFill>
                <a:effectLst/>
                <a:latin typeface="Söhne"/>
              </a:rPr>
              <a:t>ancaman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ECECEC"/>
                </a:solidFill>
                <a:effectLst/>
                <a:latin typeface="Söhne"/>
              </a:rPr>
              <a:t>seperti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Söhne"/>
              </a:rPr>
              <a:t> virus, worm, trojan, spyware, adware, dan </a:t>
            </a:r>
            <a:r>
              <a:rPr lang="en-US" sz="2000" b="0" i="0" dirty="0" err="1">
                <a:solidFill>
                  <a:srgbClr val="ECECEC"/>
                </a:solidFill>
                <a:effectLst/>
                <a:latin typeface="Söhne"/>
              </a:rPr>
              <a:t>jenis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Söhne"/>
              </a:rPr>
              <a:t> malware </a:t>
            </a:r>
            <a:r>
              <a:rPr lang="en-US" sz="2000" b="0" i="0" dirty="0" err="1">
                <a:solidFill>
                  <a:srgbClr val="ECECEC"/>
                </a:solidFill>
                <a:effectLst/>
                <a:latin typeface="Söhne"/>
              </a:rPr>
              <a:t>lainnya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Söhne"/>
              </a:rPr>
              <a:t> yang </a:t>
            </a:r>
            <a:r>
              <a:rPr lang="en-US" sz="2000" b="0" i="0" dirty="0" err="1">
                <a:solidFill>
                  <a:srgbClr val="ECECEC"/>
                </a:solidFill>
                <a:effectLst/>
                <a:latin typeface="Söhne"/>
              </a:rPr>
              <a:t>dapat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ECECEC"/>
                </a:solidFill>
                <a:effectLst/>
                <a:latin typeface="Söhne"/>
              </a:rPr>
              <a:t>merusak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ECECEC"/>
                </a:solidFill>
                <a:effectLst/>
                <a:latin typeface="Söhne"/>
              </a:rPr>
              <a:t>atau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ECECEC"/>
                </a:solidFill>
                <a:effectLst/>
                <a:latin typeface="Söhne"/>
              </a:rPr>
              <a:t>mencuri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Söhne"/>
              </a:rPr>
              <a:t> data </a:t>
            </a:r>
            <a:r>
              <a:rPr lang="en-US" sz="2000" b="0" i="0" dirty="0" err="1">
                <a:solidFill>
                  <a:srgbClr val="ECECEC"/>
                </a:solidFill>
                <a:effectLst/>
                <a:latin typeface="Söhne"/>
              </a:rPr>
              <a:t>pengguna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Söhne"/>
              </a:rPr>
              <a:t>.</a:t>
            </a:r>
            <a:endParaRPr sz="2000" dirty="0">
              <a:latin typeface="Arial Rounded MT Bold" panose="020F0704030504030204" pitchFamily="34" charset="0"/>
            </a:endParaRPr>
          </a:p>
        </p:txBody>
      </p:sp>
      <p:sp>
        <p:nvSpPr>
          <p:cNvPr id="479" name="Google Shape;479;p31"/>
          <p:cNvSpPr txBox="1">
            <a:spLocks noGrp="1"/>
          </p:cNvSpPr>
          <p:nvPr>
            <p:ph type="ctrTitle"/>
          </p:nvPr>
        </p:nvSpPr>
        <p:spPr>
          <a:xfrm>
            <a:off x="720050" y="843339"/>
            <a:ext cx="7265400" cy="8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latin typeface="Squada One" panose="020B0604020202020204" charset="0"/>
              </a:rPr>
              <a:t>ANTIVIRUS ?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>
          <a:extLst>
            <a:ext uri="{FF2B5EF4-FFF2-40B4-BE49-F238E27FC236}">
              <a16:creationId xmlns:a16="http://schemas.microsoft.com/office/drawing/2014/main" id="{B94F85D9-E059-07F3-C679-9F018B4BF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850;p50">
            <a:extLst>
              <a:ext uri="{FF2B5EF4-FFF2-40B4-BE49-F238E27FC236}">
                <a16:creationId xmlns:a16="http://schemas.microsoft.com/office/drawing/2014/main" id="{F2B22139-A858-81F5-0493-F85D6DE2FE0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6302" r="28050"/>
          <a:stretch/>
        </p:blipFill>
        <p:spPr>
          <a:xfrm rot="20383293" flipH="1">
            <a:off x="140616" y="3424780"/>
            <a:ext cx="2711086" cy="3309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461;p30">
            <a:extLst>
              <a:ext uri="{FF2B5EF4-FFF2-40B4-BE49-F238E27FC236}">
                <a16:creationId xmlns:a16="http://schemas.microsoft.com/office/drawing/2014/main" id="{69224353-1DF2-EDCF-CF67-1C98FEE6BE3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14712"/>
          <a:stretch/>
        </p:blipFill>
        <p:spPr>
          <a:xfrm rot="13901000" flipH="1">
            <a:off x="5656015" y="-2664001"/>
            <a:ext cx="3783721" cy="3168304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1">
            <a:extLst>
              <a:ext uri="{FF2B5EF4-FFF2-40B4-BE49-F238E27FC236}">
                <a16:creationId xmlns:a16="http://schemas.microsoft.com/office/drawing/2014/main" id="{8A8C66BD-FFE3-9F57-AE01-C26EAB0C83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50" y="1690592"/>
            <a:ext cx="7703700" cy="19052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0" i="0" dirty="0">
                <a:solidFill>
                  <a:srgbClr val="ECECEC"/>
                </a:solidFill>
                <a:effectLst/>
                <a:latin typeface="Söhne"/>
              </a:rPr>
              <a:t>Windows Defender Firewall </a:t>
            </a:r>
            <a:r>
              <a:rPr lang="en-US" sz="2000" b="0" i="0" dirty="0" err="1">
                <a:solidFill>
                  <a:srgbClr val="ECECEC"/>
                </a:solidFill>
                <a:effectLst/>
                <a:latin typeface="Söhne"/>
              </a:rPr>
              <a:t>adalah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ECECEC"/>
                </a:solidFill>
                <a:effectLst/>
                <a:latin typeface="Söhne"/>
              </a:rPr>
              <a:t>bagian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ECECEC"/>
                </a:solidFill>
                <a:effectLst/>
                <a:latin typeface="Söhne"/>
              </a:rPr>
              <a:t>dari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Söhne"/>
              </a:rPr>
              <a:t> suite </a:t>
            </a:r>
            <a:r>
              <a:rPr lang="en-US" sz="2000" b="0" i="0" dirty="0" err="1">
                <a:solidFill>
                  <a:srgbClr val="ECECEC"/>
                </a:solidFill>
                <a:effectLst/>
                <a:latin typeface="Söhne"/>
              </a:rPr>
              <a:t>keamanan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Söhne"/>
              </a:rPr>
              <a:t> Windows Defender yang </a:t>
            </a:r>
            <a:r>
              <a:rPr lang="en-US" sz="2000" b="0" i="0" dirty="0" err="1">
                <a:solidFill>
                  <a:srgbClr val="ECECEC"/>
                </a:solidFill>
                <a:effectLst/>
                <a:latin typeface="Söhne"/>
              </a:rPr>
              <a:t>menyediakan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ECECEC"/>
                </a:solidFill>
                <a:effectLst/>
                <a:latin typeface="Söhne"/>
              </a:rPr>
              <a:t>perlindungan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ECECEC"/>
                </a:solidFill>
                <a:effectLst/>
                <a:latin typeface="Söhne"/>
              </a:rPr>
              <a:t>terhadap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ECECEC"/>
                </a:solidFill>
                <a:effectLst/>
                <a:latin typeface="Söhne"/>
              </a:rPr>
              <a:t>ancaman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ECECEC"/>
                </a:solidFill>
                <a:effectLst/>
                <a:latin typeface="Söhne"/>
              </a:rPr>
              <a:t>jaringan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Söhne"/>
              </a:rPr>
              <a:t> dan </a:t>
            </a:r>
            <a:r>
              <a:rPr lang="en-US" sz="2000" b="0" i="0" dirty="0" err="1">
                <a:solidFill>
                  <a:srgbClr val="ECECEC"/>
                </a:solidFill>
                <a:effectLst/>
                <a:latin typeface="Söhne"/>
              </a:rPr>
              <a:t>serangan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ECECEC"/>
                </a:solidFill>
                <a:effectLst/>
                <a:latin typeface="Söhne"/>
              </a:rPr>
              <a:t>dari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ECECEC"/>
                </a:solidFill>
                <a:effectLst/>
                <a:latin typeface="Söhne"/>
              </a:rPr>
              <a:t>luar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ECECEC"/>
                </a:solidFill>
                <a:effectLst/>
                <a:latin typeface="Söhne"/>
              </a:rPr>
              <a:t>komputer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Söhne"/>
              </a:rPr>
              <a:t>. </a:t>
            </a:r>
            <a:r>
              <a:rPr lang="en-US" sz="2000" b="0" i="0" dirty="0" err="1">
                <a:solidFill>
                  <a:srgbClr val="ECECEC"/>
                </a:solidFill>
                <a:effectLst/>
                <a:latin typeface="Söhne"/>
              </a:rPr>
              <a:t>Fungsinya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ECECEC"/>
                </a:solidFill>
                <a:effectLst/>
                <a:latin typeface="Söhne"/>
              </a:rPr>
              <a:t>adalah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ECECEC"/>
                </a:solidFill>
                <a:effectLst/>
                <a:latin typeface="Söhne"/>
              </a:rPr>
              <a:t>untuk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ECECEC"/>
                </a:solidFill>
                <a:effectLst/>
                <a:latin typeface="Söhne"/>
              </a:rPr>
              <a:t>mengawasi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ECECEC"/>
                </a:solidFill>
                <a:effectLst/>
                <a:latin typeface="Söhne"/>
              </a:rPr>
              <a:t>lalu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ECECEC"/>
                </a:solidFill>
                <a:effectLst/>
                <a:latin typeface="Söhne"/>
              </a:rPr>
              <a:t>lintas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ECECEC"/>
                </a:solidFill>
                <a:effectLst/>
                <a:latin typeface="Söhne"/>
              </a:rPr>
              <a:t>jaringan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Söhne"/>
              </a:rPr>
              <a:t> dan </a:t>
            </a:r>
            <a:r>
              <a:rPr lang="en-US" sz="2000" b="0" i="0" dirty="0" err="1">
                <a:solidFill>
                  <a:srgbClr val="ECECEC"/>
                </a:solidFill>
                <a:effectLst/>
                <a:latin typeface="Söhne"/>
              </a:rPr>
              <a:t>mengelola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ECECEC"/>
                </a:solidFill>
                <a:effectLst/>
                <a:latin typeface="Söhne"/>
              </a:rPr>
              <a:t>komunikasi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ECECEC"/>
                </a:solidFill>
                <a:effectLst/>
                <a:latin typeface="Söhne"/>
              </a:rPr>
              <a:t>antara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ECECEC"/>
                </a:solidFill>
                <a:effectLst/>
                <a:latin typeface="Söhne"/>
              </a:rPr>
              <a:t>komputer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Söhne"/>
              </a:rPr>
              <a:t> dan </a:t>
            </a:r>
            <a:r>
              <a:rPr lang="en-US" sz="2000" b="0" i="0" dirty="0" err="1">
                <a:solidFill>
                  <a:srgbClr val="ECECEC"/>
                </a:solidFill>
                <a:effectLst/>
                <a:latin typeface="Söhne"/>
              </a:rPr>
              <a:t>jaringan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ECECEC"/>
                </a:solidFill>
                <a:effectLst/>
                <a:latin typeface="Söhne"/>
              </a:rPr>
              <a:t>eksternal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Söhne"/>
              </a:rPr>
              <a:t>, </a:t>
            </a:r>
            <a:r>
              <a:rPr lang="en-US" sz="2000" b="0" i="0" dirty="0" err="1">
                <a:solidFill>
                  <a:srgbClr val="ECECEC"/>
                </a:solidFill>
                <a:effectLst/>
                <a:latin typeface="Söhne"/>
              </a:rPr>
              <a:t>seperti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Söhne"/>
              </a:rPr>
              <a:t> internet.</a:t>
            </a:r>
            <a:endParaRPr sz="2000" dirty="0">
              <a:latin typeface="Arial Rounded MT Bold" panose="020F0704030504030204" pitchFamily="34" charset="0"/>
            </a:endParaRPr>
          </a:p>
        </p:txBody>
      </p:sp>
      <p:sp>
        <p:nvSpPr>
          <p:cNvPr id="479" name="Google Shape;479;p31">
            <a:extLst>
              <a:ext uri="{FF2B5EF4-FFF2-40B4-BE49-F238E27FC236}">
                <a16:creationId xmlns:a16="http://schemas.microsoft.com/office/drawing/2014/main" id="{1635517B-F369-9A4D-ED05-FDBC8D2EED0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20050" y="843339"/>
            <a:ext cx="7265400" cy="8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chemeClr val="lt2"/>
                </a:solidFill>
                <a:latin typeface="Squada One" panose="020B0604020202020204" charset="0"/>
              </a:rPr>
              <a:t>WINDOWS DEFENDER FIREWALL</a:t>
            </a:r>
            <a:endParaRPr lang="en-US" sz="4000" dirty="0">
              <a:latin typeface="Squada One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64896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0" name="Google Shape;850;p50"/>
          <p:cNvPicPr preferRelativeResize="0"/>
          <p:nvPr/>
        </p:nvPicPr>
        <p:blipFill rotWithShape="1">
          <a:blip r:embed="rId3">
            <a:alphaModFix/>
          </a:blip>
          <a:srcRect l="26302" r="28050"/>
          <a:stretch/>
        </p:blipFill>
        <p:spPr>
          <a:xfrm rot="18379263" flipH="1">
            <a:off x="2618865" y="-5155219"/>
            <a:ext cx="9096517" cy="11103608"/>
          </a:xfrm>
          <a:prstGeom prst="rect">
            <a:avLst/>
          </a:prstGeom>
          <a:noFill/>
          <a:ln>
            <a:noFill/>
          </a:ln>
        </p:spPr>
      </p:pic>
      <p:sp>
        <p:nvSpPr>
          <p:cNvPr id="849" name="Google Shape;849;p50"/>
          <p:cNvSpPr txBox="1">
            <a:spLocks noGrp="1"/>
          </p:cNvSpPr>
          <p:nvPr>
            <p:ph type="title"/>
          </p:nvPr>
        </p:nvSpPr>
        <p:spPr>
          <a:xfrm>
            <a:off x="502438" y="193385"/>
            <a:ext cx="3863100" cy="202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CONTOH </a:t>
            </a:r>
            <a:r>
              <a:rPr lang="en" dirty="0">
                <a:solidFill>
                  <a:schemeClr val="lt2"/>
                </a:solidFill>
              </a:rPr>
              <a:t>ANTIVIRUS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8" name="Google Shape;478;p31">
            <a:extLst>
              <a:ext uri="{FF2B5EF4-FFF2-40B4-BE49-F238E27FC236}">
                <a16:creationId xmlns:a16="http://schemas.microsoft.com/office/drawing/2014/main" id="{9ACAA221-E274-9279-0D88-F637BC79E8F0}"/>
              </a:ext>
            </a:extLst>
          </p:cNvPr>
          <p:cNvSpPr txBox="1">
            <a:spLocks/>
          </p:cNvSpPr>
          <p:nvPr/>
        </p:nvSpPr>
        <p:spPr>
          <a:xfrm>
            <a:off x="1339188" y="2144170"/>
            <a:ext cx="2127912" cy="2471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1600" b="0" i="0" u="none" strike="noStrike" cap="non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dirty="0">
                <a:solidFill>
                  <a:srgbClr val="ECECEC"/>
                </a:solidFill>
                <a:latin typeface="Söhne"/>
              </a:rPr>
              <a:t>SMADAV</a:t>
            </a: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endParaRPr lang="en-US" sz="3000" b="1" dirty="0">
              <a:solidFill>
                <a:srgbClr val="ECECEC"/>
              </a:solidFill>
              <a:latin typeface="Söhne"/>
            </a:endParaRP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dirty="0">
                <a:solidFill>
                  <a:srgbClr val="ECECEC"/>
                </a:solidFill>
                <a:latin typeface="Söhne"/>
              </a:rPr>
              <a:t>Avira</a:t>
            </a: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endParaRPr lang="en-US" sz="3000" b="1" dirty="0">
              <a:solidFill>
                <a:srgbClr val="ECECEC"/>
              </a:solidFill>
              <a:latin typeface="Söhne"/>
            </a:endParaRP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dirty="0">
                <a:solidFill>
                  <a:srgbClr val="ECECEC"/>
                </a:solidFill>
                <a:latin typeface="Söhne"/>
              </a:rPr>
              <a:t>Avast</a:t>
            </a:r>
            <a:endParaRPr lang="en-US" sz="3000" dirty="0">
              <a:latin typeface="Arial Rounded MT Bold" panose="020F0704030504030204" pitchFamily="34" charset="0"/>
            </a:endParaRPr>
          </a:p>
        </p:txBody>
      </p:sp>
      <p:sp>
        <p:nvSpPr>
          <p:cNvPr id="2" name="Google Shape;478;p31">
            <a:extLst>
              <a:ext uri="{FF2B5EF4-FFF2-40B4-BE49-F238E27FC236}">
                <a16:creationId xmlns:a16="http://schemas.microsoft.com/office/drawing/2014/main" id="{D466BFEE-2CCE-46B0-A817-1C9C101EDC10}"/>
              </a:ext>
            </a:extLst>
          </p:cNvPr>
          <p:cNvSpPr txBox="1">
            <a:spLocks/>
          </p:cNvSpPr>
          <p:nvPr/>
        </p:nvSpPr>
        <p:spPr>
          <a:xfrm>
            <a:off x="4640771" y="2144169"/>
            <a:ext cx="2127912" cy="2471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1600" b="0" i="0" u="none" strike="noStrike" cap="non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dirty="0">
                <a:solidFill>
                  <a:srgbClr val="ECECEC"/>
                </a:solidFill>
                <a:latin typeface="Söhne"/>
              </a:rPr>
              <a:t>AVG</a:t>
            </a: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endParaRPr lang="en-US" sz="3000" b="1" dirty="0">
              <a:solidFill>
                <a:srgbClr val="ECECEC"/>
              </a:solidFill>
              <a:latin typeface="Söhne"/>
            </a:endParaRP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dirty="0">
                <a:solidFill>
                  <a:srgbClr val="ECECEC"/>
                </a:solidFill>
                <a:latin typeface="Söhne"/>
              </a:rPr>
              <a:t>Norton</a:t>
            </a: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endParaRPr lang="en-US" sz="3000" b="1" dirty="0">
              <a:solidFill>
                <a:srgbClr val="ECECEC"/>
              </a:solidFill>
              <a:latin typeface="Söhne"/>
            </a:endParaRP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dirty="0">
                <a:solidFill>
                  <a:srgbClr val="ECECEC"/>
                </a:solidFill>
                <a:latin typeface="Söhne"/>
              </a:rPr>
              <a:t>Mc </a:t>
            </a:r>
            <a:r>
              <a:rPr lang="en-US" sz="3000" b="1" dirty="0" err="1">
                <a:solidFill>
                  <a:srgbClr val="ECECEC"/>
                </a:solidFill>
                <a:latin typeface="Söhne"/>
              </a:rPr>
              <a:t>Afee</a:t>
            </a:r>
            <a:endParaRPr lang="en-US" sz="30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06976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  <a:effectLst/>
      </p:bgPr>
    </p:bg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0" name="Google Shape;850;p50"/>
          <p:cNvPicPr preferRelativeResize="0"/>
          <p:nvPr/>
        </p:nvPicPr>
        <p:blipFill rotWithShape="1">
          <a:blip r:embed="rId3">
            <a:alphaModFix/>
          </a:blip>
          <a:srcRect l="26302" r="28050"/>
          <a:stretch/>
        </p:blipFill>
        <p:spPr>
          <a:xfrm rot="15916128" flipH="1">
            <a:off x="-2976244" y="2962499"/>
            <a:ext cx="4603857" cy="5619670"/>
          </a:xfrm>
          <a:prstGeom prst="rect">
            <a:avLst/>
          </a:prstGeom>
          <a:noFill/>
          <a:ln>
            <a:noFill/>
          </a:ln>
        </p:spPr>
      </p:pic>
      <p:sp>
        <p:nvSpPr>
          <p:cNvPr id="849" name="Google Shape;849;p50"/>
          <p:cNvSpPr txBox="1">
            <a:spLocks noGrp="1"/>
          </p:cNvSpPr>
          <p:nvPr>
            <p:ph type="title"/>
          </p:nvPr>
        </p:nvSpPr>
        <p:spPr>
          <a:xfrm>
            <a:off x="1895853" y="582207"/>
            <a:ext cx="5352290" cy="93572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2"/>
                </a:solidFill>
              </a:rPr>
              <a:t>PERBEDAAN UTAMA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8" name="Google Shape;478;p31">
            <a:extLst>
              <a:ext uri="{FF2B5EF4-FFF2-40B4-BE49-F238E27FC236}">
                <a16:creationId xmlns:a16="http://schemas.microsoft.com/office/drawing/2014/main" id="{9ACAA221-E274-9279-0D88-F637BC79E8F0}"/>
              </a:ext>
            </a:extLst>
          </p:cNvPr>
          <p:cNvSpPr txBox="1">
            <a:spLocks/>
          </p:cNvSpPr>
          <p:nvPr/>
        </p:nvSpPr>
        <p:spPr>
          <a:xfrm>
            <a:off x="667262" y="1358945"/>
            <a:ext cx="7809471" cy="3202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1600" b="0" i="0" u="none" strike="noStrike" cap="non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2100"/>
              <a:buFont typeface="Barlow"/>
              <a:buNone/>
              <a:defRPr sz="2100" b="0" i="0" u="none" strike="noStrike" cap="none">
                <a:solidFill>
                  <a:srgbClr val="41294A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139700" indent="0" algn="l"/>
            <a:r>
              <a:rPr lang="en-US" sz="1800" b="1" i="0" dirty="0">
                <a:solidFill>
                  <a:srgbClr val="ECECEC"/>
                </a:solidFill>
                <a:effectLst/>
                <a:latin typeface="Söhne"/>
              </a:rPr>
              <a:t>Antivirus</a:t>
            </a:r>
          </a:p>
          <a:p>
            <a:pPr marL="139700" indent="0" algn="l"/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Melindungi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komputer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dari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perangkat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lunak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berbahaya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,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seperti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 virus, worm, trojan, spyware, dan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jenis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 malware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lainnya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. Antivirus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melakukan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pemindaian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terhadap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 file, program, dan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aktivitas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sistem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untuk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mendeteksi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 dan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menghapus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ancaman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.</a:t>
            </a:r>
          </a:p>
          <a:p>
            <a:pPr marL="139700" indent="0" algn="l"/>
            <a:endParaRPr lang="en-US" sz="1800" b="1" i="0" dirty="0">
              <a:solidFill>
                <a:srgbClr val="ECECEC"/>
              </a:solidFill>
              <a:effectLst/>
              <a:latin typeface="Söhne"/>
            </a:endParaRPr>
          </a:p>
          <a:p>
            <a:pPr marL="139700" indent="0" algn="l"/>
            <a:r>
              <a:rPr lang="en-US" sz="1800" b="1" i="0" dirty="0">
                <a:solidFill>
                  <a:srgbClr val="ECECEC"/>
                </a:solidFill>
                <a:effectLst/>
                <a:latin typeface="Söhne"/>
              </a:rPr>
              <a:t>Windows Defender Firewall</a:t>
            </a:r>
          </a:p>
          <a:p>
            <a:pPr marL="139700" indent="0" algn="l"/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Melindungi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komputer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dari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ancaman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jaringan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dengan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mengontrol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lalu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lintas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 data yang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masuk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 dan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keluar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dari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komputer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. Firewall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memantau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 dan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mengatur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koneksi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jaringan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,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memastikan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bahwa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hanya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koneksi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 yang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diizinkan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 yang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dapat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berkomunikasi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dengan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ECECEC"/>
                </a:solidFill>
                <a:effectLst/>
                <a:latin typeface="Söhne"/>
              </a:rPr>
              <a:t>komputer</a:t>
            </a:r>
            <a:r>
              <a:rPr lang="en-US" sz="1800" b="0" i="0" dirty="0">
                <a:solidFill>
                  <a:srgbClr val="ECECEC"/>
                </a:solidFill>
                <a:effectLst/>
                <a:latin typeface="Söhne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8">
          <a:extLst>
            <a:ext uri="{FF2B5EF4-FFF2-40B4-BE49-F238E27FC236}">
              <a16:creationId xmlns:a16="http://schemas.microsoft.com/office/drawing/2014/main" id="{7ADC6CCF-09D5-88C6-1EF8-9388A9BDF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0" name="Google Shape;850;p50">
            <a:extLst>
              <a:ext uri="{FF2B5EF4-FFF2-40B4-BE49-F238E27FC236}">
                <a16:creationId xmlns:a16="http://schemas.microsoft.com/office/drawing/2014/main" id="{C72900D1-AF55-F575-93E3-A60EE052AB5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6302" r="28050"/>
          <a:stretch/>
        </p:blipFill>
        <p:spPr>
          <a:xfrm rot="552312" flipH="1">
            <a:off x="5516003" y="-1150388"/>
            <a:ext cx="5957833" cy="7029141"/>
          </a:xfrm>
          <a:prstGeom prst="rect">
            <a:avLst/>
          </a:prstGeom>
          <a:noFill/>
          <a:ln>
            <a:noFill/>
          </a:ln>
        </p:spPr>
      </p:pic>
      <p:sp>
        <p:nvSpPr>
          <p:cNvPr id="849" name="Google Shape;849;p50">
            <a:extLst>
              <a:ext uri="{FF2B5EF4-FFF2-40B4-BE49-F238E27FC236}">
                <a16:creationId xmlns:a16="http://schemas.microsoft.com/office/drawing/2014/main" id="{57E99554-EF42-36FC-D3FC-245A7BCB41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68532" y="458528"/>
            <a:ext cx="2406933" cy="93572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CONTOH</a:t>
            </a:r>
            <a:endParaRPr dirty="0">
              <a:solidFill>
                <a:schemeClr val="lt2"/>
              </a:solidFill>
            </a:endParaRPr>
          </a:p>
        </p:txBody>
      </p:sp>
      <p:pic>
        <p:nvPicPr>
          <p:cNvPr id="1026" name="Picture 2" descr="PEMBLOKIRAN SITUS MENGGUNAKAN MIKROTIK | B.G.U">
            <a:extLst>
              <a:ext uri="{FF2B5EF4-FFF2-40B4-BE49-F238E27FC236}">
                <a16:creationId xmlns:a16="http://schemas.microsoft.com/office/drawing/2014/main" id="{FD33456E-182F-4CDD-AA33-5EC3CAD8AB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1674" y="1420624"/>
            <a:ext cx="5200650" cy="339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93913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7" name="Google Shape;697;p43"/>
          <p:cNvGrpSpPr/>
          <p:nvPr/>
        </p:nvGrpSpPr>
        <p:grpSpPr>
          <a:xfrm>
            <a:off x="-1115885" y="-1327341"/>
            <a:ext cx="10835817" cy="7361836"/>
            <a:chOff x="-2354410" y="-1327341"/>
            <a:chExt cx="10835817" cy="7361836"/>
          </a:xfrm>
        </p:grpSpPr>
        <p:sp>
          <p:nvSpPr>
            <p:cNvPr id="698" name="Google Shape;698;p43"/>
            <p:cNvSpPr/>
            <p:nvPr/>
          </p:nvSpPr>
          <p:spPr>
            <a:xfrm rot="-1528096">
              <a:off x="5544546" y="3013188"/>
              <a:ext cx="2496710" cy="2611382"/>
            </a:xfrm>
            <a:custGeom>
              <a:avLst/>
              <a:gdLst/>
              <a:ahLst/>
              <a:cxnLst/>
              <a:rect l="l" t="t" r="r" b="b"/>
              <a:pathLst>
                <a:path w="99871" h="104458" extrusionOk="0">
                  <a:moveTo>
                    <a:pt x="20710" y="20753"/>
                  </a:moveTo>
                  <a:lnTo>
                    <a:pt x="77504" y="59211"/>
                  </a:lnTo>
                  <a:lnTo>
                    <a:pt x="15797" y="89169"/>
                  </a:lnTo>
                  <a:lnTo>
                    <a:pt x="20710" y="20753"/>
                  </a:lnTo>
                  <a:close/>
                  <a:moveTo>
                    <a:pt x="14233" y="1"/>
                  </a:moveTo>
                  <a:cubicBezTo>
                    <a:pt x="13129" y="1"/>
                    <a:pt x="12021" y="248"/>
                    <a:pt x="10997" y="750"/>
                  </a:cubicBezTo>
                  <a:cubicBezTo>
                    <a:pt x="8609" y="1905"/>
                    <a:pt x="7027" y="4241"/>
                    <a:pt x="6838" y="6885"/>
                  </a:cubicBezTo>
                  <a:lnTo>
                    <a:pt x="90" y="100914"/>
                  </a:lnTo>
                  <a:cubicBezTo>
                    <a:pt x="0" y="102151"/>
                    <a:pt x="228" y="103363"/>
                    <a:pt x="716" y="104458"/>
                  </a:cubicBezTo>
                  <a:lnTo>
                    <a:pt x="18242" y="104458"/>
                  </a:lnTo>
                  <a:lnTo>
                    <a:pt x="95527" y="66938"/>
                  </a:lnTo>
                  <a:cubicBezTo>
                    <a:pt x="96242" y="66593"/>
                    <a:pt x="96892" y="66138"/>
                    <a:pt x="97445" y="65598"/>
                  </a:cubicBezTo>
                  <a:cubicBezTo>
                    <a:pt x="98734" y="64347"/>
                    <a:pt x="99549" y="62650"/>
                    <a:pt x="99682" y="60803"/>
                  </a:cubicBezTo>
                  <a:cubicBezTo>
                    <a:pt x="99871" y="58159"/>
                    <a:pt x="98639" y="55620"/>
                    <a:pt x="96446" y="54137"/>
                  </a:cubicBezTo>
                  <a:lnTo>
                    <a:pt x="18388" y="1280"/>
                  </a:lnTo>
                  <a:cubicBezTo>
                    <a:pt x="17142" y="432"/>
                    <a:pt x="15688" y="1"/>
                    <a:pt x="14233" y="1"/>
                  </a:cubicBezTo>
                  <a:close/>
                </a:path>
              </a:pathLst>
            </a:custGeom>
            <a:solidFill>
              <a:srgbClr val="2EE6C4">
                <a:alpha val="44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43"/>
            <p:cNvSpPr/>
            <p:nvPr/>
          </p:nvSpPr>
          <p:spPr>
            <a:xfrm rot="-1236723">
              <a:off x="-2116626" y="-589399"/>
              <a:ext cx="4589808" cy="2185503"/>
            </a:xfrm>
            <a:custGeom>
              <a:avLst/>
              <a:gdLst/>
              <a:ahLst/>
              <a:cxnLst/>
              <a:rect l="l" t="t" r="r" b="b"/>
              <a:pathLst>
                <a:path w="147426" h="70199" extrusionOk="0">
                  <a:moveTo>
                    <a:pt x="10785" y="1"/>
                  </a:moveTo>
                  <a:lnTo>
                    <a:pt x="1" y="12836"/>
                  </a:lnTo>
                  <a:lnTo>
                    <a:pt x="1" y="46342"/>
                  </a:lnTo>
                  <a:lnTo>
                    <a:pt x="133677" y="70027"/>
                  </a:lnTo>
                  <a:cubicBezTo>
                    <a:pt x="134325" y="70141"/>
                    <a:pt x="134974" y="70198"/>
                    <a:pt x="135619" y="70198"/>
                  </a:cubicBezTo>
                  <a:cubicBezTo>
                    <a:pt x="136144" y="70198"/>
                    <a:pt x="136671" y="70159"/>
                    <a:pt x="137192" y="70084"/>
                  </a:cubicBezTo>
                  <a:cubicBezTo>
                    <a:pt x="139859" y="69705"/>
                    <a:pt x="142342" y="68359"/>
                    <a:pt x="144128" y="66232"/>
                  </a:cubicBezTo>
                  <a:cubicBezTo>
                    <a:pt x="146687" y="63190"/>
                    <a:pt x="147426" y="59020"/>
                    <a:pt x="146071" y="55287"/>
                  </a:cubicBezTo>
                  <a:lnTo>
                    <a:pt x="125996" y="1"/>
                  </a:lnTo>
                  <a:lnTo>
                    <a:pt x="102340" y="1"/>
                  </a:lnTo>
                  <a:lnTo>
                    <a:pt x="118596" y="44769"/>
                  </a:lnTo>
                  <a:lnTo>
                    <a:pt x="17289" y="26822"/>
                  </a:lnTo>
                  <a:lnTo>
                    <a:pt x="39832" y="1"/>
                  </a:lnTo>
                  <a:close/>
                </a:path>
              </a:pathLst>
            </a:custGeom>
            <a:solidFill>
              <a:srgbClr val="2EE6C4">
                <a:alpha val="44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43"/>
            <p:cNvSpPr/>
            <p:nvPr/>
          </p:nvSpPr>
          <p:spPr>
            <a:xfrm>
              <a:off x="6583675" y="0"/>
              <a:ext cx="959475" cy="574975"/>
            </a:xfrm>
            <a:custGeom>
              <a:avLst/>
              <a:gdLst/>
              <a:ahLst/>
              <a:cxnLst/>
              <a:rect l="l" t="t" r="r" b="b"/>
              <a:pathLst>
                <a:path w="38379" h="22999" extrusionOk="0">
                  <a:moveTo>
                    <a:pt x="1" y="1"/>
                  </a:moveTo>
                  <a:lnTo>
                    <a:pt x="28154" y="21999"/>
                  </a:lnTo>
                  <a:cubicBezTo>
                    <a:pt x="28552" y="22312"/>
                    <a:pt x="28992" y="22554"/>
                    <a:pt x="29458" y="22719"/>
                  </a:cubicBezTo>
                  <a:cubicBezTo>
                    <a:pt x="29969" y="22904"/>
                    <a:pt x="30509" y="22998"/>
                    <a:pt x="31054" y="22998"/>
                  </a:cubicBezTo>
                  <a:cubicBezTo>
                    <a:pt x="31651" y="22998"/>
                    <a:pt x="32248" y="22885"/>
                    <a:pt x="32817" y="22657"/>
                  </a:cubicBezTo>
                  <a:cubicBezTo>
                    <a:pt x="34375" y="22023"/>
                    <a:pt x="35484" y="20610"/>
                    <a:pt x="35716" y="18943"/>
                  </a:cubicBezTo>
                  <a:lnTo>
                    <a:pt x="38378" y="1"/>
                  </a:lnTo>
                  <a:lnTo>
                    <a:pt x="28865" y="1"/>
                  </a:lnTo>
                  <a:lnTo>
                    <a:pt x="27524" y="9552"/>
                  </a:lnTo>
                  <a:lnTo>
                    <a:pt x="15301" y="1"/>
                  </a:lnTo>
                  <a:close/>
                </a:path>
              </a:pathLst>
            </a:custGeom>
            <a:solidFill>
              <a:srgbClr val="2EE6C4">
                <a:alpha val="44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4" name="Google Shape;704;p43"/>
          <p:cNvSpPr/>
          <p:nvPr/>
        </p:nvSpPr>
        <p:spPr>
          <a:xfrm>
            <a:off x="3847567" y="4061536"/>
            <a:ext cx="708055" cy="134873"/>
          </a:xfrm>
          <a:custGeom>
            <a:avLst/>
            <a:gdLst/>
            <a:ahLst/>
            <a:cxnLst/>
            <a:rect l="l" t="t" r="r" b="b"/>
            <a:pathLst>
              <a:path w="20637" h="3931" extrusionOk="0">
                <a:moveTo>
                  <a:pt x="20636" y="3931"/>
                </a:move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dk1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05" name="Google Shape;705;p43"/>
          <p:cNvPicPr preferRelativeResize="0"/>
          <p:nvPr/>
        </p:nvPicPr>
        <p:blipFill rotWithShape="1">
          <a:blip r:embed="rId3">
            <a:alphaModFix/>
          </a:blip>
          <a:srcRect l="24651" t="16548" r="24646"/>
          <a:stretch/>
        </p:blipFill>
        <p:spPr>
          <a:xfrm>
            <a:off x="-161291" y="144722"/>
            <a:ext cx="5224866" cy="5049788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Google Shape;701;p43"/>
          <p:cNvSpPr txBox="1">
            <a:spLocks noGrp="1"/>
          </p:cNvSpPr>
          <p:nvPr>
            <p:ph type="title"/>
          </p:nvPr>
        </p:nvSpPr>
        <p:spPr>
          <a:xfrm flipH="1">
            <a:off x="4201594" y="2302464"/>
            <a:ext cx="5371058" cy="93565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TERIMA </a:t>
            </a:r>
            <a:r>
              <a:rPr lang="en" dirty="0">
                <a:solidFill>
                  <a:schemeClr val="lt2"/>
                </a:solidFill>
              </a:rPr>
              <a:t>KASIH</a:t>
            </a:r>
            <a:endParaRPr dirty="0">
              <a:solidFill>
                <a:schemeClr val="l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59008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Geek Pride Day by Slidesgo">
  <a:themeElements>
    <a:clrScheme name="Simple Light">
      <a:dk1>
        <a:srgbClr val="6E3DCF"/>
      </a:dk1>
      <a:lt1>
        <a:srgbClr val="2EE6C4"/>
      </a:lt1>
      <a:dk2>
        <a:srgbClr val="FF0098"/>
      </a:dk2>
      <a:lt2>
        <a:srgbClr val="2D0066"/>
      </a:lt2>
      <a:accent1>
        <a:srgbClr val="20124D"/>
      </a:accent1>
      <a:accent2>
        <a:srgbClr val="FFFFFF"/>
      </a:accent2>
      <a:accent3>
        <a:srgbClr val="20124D"/>
      </a:accent3>
      <a:accent4>
        <a:srgbClr val="6E3DCF"/>
      </a:accent4>
      <a:accent5>
        <a:srgbClr val="2EE6C4"/>
      </a:accent5>
      <a:accent6>
        <a:srgbClr val="FF0098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209</Words>
  <Application>Microsoft Office PowerPoint</Application>
  <PresentationFormat>On-screen Show (16:9)</PresentationFormat>
  <Paragraphs>25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Arial Rounded MT Bold</vt:lpstr>
      <vt:lpstr>Fira Sans Extra Condensed Medium</vt:lpstr>
      <vt:lpstr>Barlow</vt:lpstr>
      <vt:lpstr>Squada One</vt:lpstr>
      <vt:lpstr>Muli</vt:lpstr>
      <vt:lpstr>Bahiana</vt:lpstr>
      <vt:lpstr>Arial Black</vt:lpstr>
      <vt:lpstr>Arial</vt:lpstr>
      <vt:lpstr>Söhne</vt:lpstr>
      <vt:lpstr>Geek Pride Day by Slidesgo</vt:lpstr>
      <vt:lpstr>Instalasi Antivirus dan Windows Defender Firewall</vt:lpstr>
      <vt:lpstr>ANTIVIRUS ?</vt:lpstr>
      <vt:lpstr>WINDOWS DEFENDER FIREWALL</vt:lpstr>
      <vt:lpstr>CONTOH ANTIVIRUS</vt:lpstr>
      <vt:lpstr>PERBEDAAN UTAMA</vt:lpstr>
      <vt:lpstr>CONTOH</vt:lpstr>
      <vt:lpstr>TERIMA KASIH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Pengaruh Penggunaan Game Edukasi sebagai Pendukung Pembelajaran Pemrograman: Studi Eksperimental pada Mahasiswa Pendidikan Teknik Informatika</dc:title>
  <cp:lastModifiedBy>arif herfian</cp:lastModifiedBy>
  <cp:revision>9</cp:revision>
  <dcterms:modified xsi:type="dcterms:W3CDTF">2024-02-29T03:11:44Z</dcterms:modified>
</cp:coreProperties>
</file>