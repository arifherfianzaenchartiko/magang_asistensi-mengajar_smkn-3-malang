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Teknologi Layanan Jaringan · XI TKJ AKA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000" b="1">
                <a:solidFill>
                  <a:srgbClr val="F8FAFC"/>
                </a:solidFill>
                <a:latin typeface="Segoe UI Semibold"/>
              </a:rPr>
              <a:t>Pengenalan Fiber Optik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947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Mengirim data dengan kecepatan cahaya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fiber.cfg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pengertian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Apa itu fiber optik?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Teknologi untuk mentransmisikan informasi sebagai impuls cahaya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Cahaya dikirim melalui serat kaca atau plastik yang sangat tipis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fiber.cfg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02 · cara kerja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8FAFC"/>
                </a:solidFill>
                <a:latin typeface="Segoe UI Semibold"/>
              </a:rPr>
              <a:t>Cara kerjanya?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Bagaimana cahaya bisa membawa data dari satu tempat ke tempat lain?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komponen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Komponen utama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3840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Inti (Core)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Biasanya terbuat dari kaca silika atau plastik dan berfungsi mengarahkan cahaya. Diameternya umumnya antara beberapa mikrometer hingga beberapa ratus mikrometer, tergantung jenis dan penggunaannya.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3840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Cladding (Pelapis)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Material dengan indeks bias lebih rendah daripada inti, menjaga cahaya tetap di dalam inti melalui pemantulan total internal, serta melindungi sinyal dari kehilangan dan gangguan eksternal.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38404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Buffer Coating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Lapisan plastik yang mengelilingi cladding untuk melindungi serat dari kerusakan fisik dan kelembapan.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struktur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Struktur kabel fiber optik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160520"/>
          </a:xfrm>
          <a:prstGeom prst="roundRect">
            <a:avLst>
              <a:gd name="adj" fmla="val 3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fiber-optic-cable.png</a:t>
            </a:r>
          </a:p>
        </p:txBody>
      </p:sp>
      <p:pic>
        <p:nvPicPr>
          <p:cNvPr id="21" name="!!pic" descr="fo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53" y="2560320"/>
            <a:ext cx="6007693" cy="3383279"/>
          </a:xfrm>
          <a:prstGeom prst="rect">
            <a:avLst/>
          </a:prstGeom>
        </p:spPr>
      </p:pic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Core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Cladding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Coating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Strength Member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Outer Jacket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jenis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Jenis fiber optik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Single-mode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Inti: </a:t>
            </a:r>
            <a:r>
              <a:rPr sz="1500" b="0">
                <a:solidFill>
                  <a:srgbClr val="94A3B8"/>
                </a:solidFill>
                <a:latin typeface="Segoe UI"/>
              </a:rPr>
              <a:t>sangat kecil, ± 9 µm (9/125 µm), hanya satu jalur cahaya.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Sumber cahaya: </a:t>
            </a:r>
            <a:r>
              <a:rPr sz="1500" b="0">
                <a:solidFill>
                  <a:srgbClr val="94A3B8"/>
                </a:solidFill>
                <a:latin typeface="Segoe UI"/>
              </a:rPr>
              <a:t>laser.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Jarak: </a:t>
            </a:r>
            <a:r>
              <a:rPr sz="1500" b="0">
                <a:solidFill>
                  <a:srgbClr val="94A3B8"/>
                </a:solidFill>
                <a:latin typeface="Segoe UI"/>
              </a:rPr>
              <a:t>jauh, hingga puluhan kilometer.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Penggunaan: </a:t>
            </a:r>
            <a:r>
              <a:rPr sz="1500" b="0">
                <a:solidFill>
                  <a:srgbClr val="94A3B8"/>
                </a:solidFill>
                <a:latin typeface="Segoe UI"/>
              </a:rPr>
              <a:t>backbone ISP dan jaringan FTTH; jaket umumnya berwarna kuning.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Multi-mode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Segoe UI"/>
              </a:rPr>
              <a:t>Inti: </a:t>
            </a:r>
            <a:r>
              <a:rPr sz="1500" b="0">
                <a:solidFill>
                  <a:srgbClr val="94A3B8"/>
                </a:solidFill>
                <a:latin typeface="Segoe UI"/>
              </a:rPr>
              <a:t>lebih besar, 50 atau 62,5 µm, banyak jalur cahaya.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Segoe UI"/>
              </a:rPr>
              <a:t>Sumber cahaya: </a:t>
            </a:r>
            <a:r>
              <a:rPr sz="1500" b="0">
                <a:solidFill>
                  <a:srgbClr val="94A3B8"/>
                </a:solidFill>
                <a:latin typeface="Segoe UI"/>
              </a:rPr>
              <a:t>LED atau VCSEL.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Segoe UI"/>
              </a:rPr>
              <a:t>Jarak: </a:t>
            </a:r>
            <a:r>
              <a:rPr sz="1500" b="0">
                <a:solidFill>
                  <a:srgbClr val="94A3B8"/>
                </a:solidFill>
                <a:latin typeface="Segoe UI"/>
              </a:rPr>
              <a:t>pendek, ratusan meter hingga ± 2 km.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Segoe UI"/>
              </a:rPr>
              <a:t>Penggunaan: </a:t>
            </a:r>
            <a:r>
              <a:rPr sz="1500" b="0">
                <a:solidFill>
                  <a:srgbClr val="94A3B8"/>
                </a:solidFill>
                <a:latin typeface="Segoe UI"/>
              </a:rPr>
              <a:t>LAN dalam gedung dan data center; jaket umumnya oranye atau aqua.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06 · kelebihan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Kelebihan fiber optik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1783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691640" y="2423160"/>
            <a:ext cx="40384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Bandwidth lebih tinggi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108960"/>
            <a:ext cx="4678527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Dapat mentransmisikan data dengan kecepatan sangat tinggi, hingga terabit per detik.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1783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7193127" y="2423160"/>
            <a:ext cx="40384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Jarak transmisi lebih jauh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108960"/>
            <a:ext cx="4678527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Kehilangan sinyal lebih sedikit dibanding kabel tembaga, sehingga tidak perlu banyak penguat sinyal.</a:t>
            </a:r>
          </a:p>
        </p:txBody>
      </p:sp>
      <p:sp>
        <p:nvSpPr>
          <p:cNvPr id="25" name="!!card2"/>
          <p:cNvSpPr/>
          <p:nvPr/>
        </p:nvSpPr>
        <p:spPr>
          <a:xfrm>
            <a:off x="731520" y="4206240"/>
            <a:ext cx="5227167" cy="1783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1005840" y="448055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1005840" y="448055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1691640" y="4480559"/>
            <a:ext cx="40384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Imun gangguan elektromagnetik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1005840" y="5166359"/>
            <a:ext cx="4678527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Tidak terpengaruh gangguan elektromagnetik yang sering menjadi masalah pada kabel tembaga.</a:t>
            </a:r>
          </a:p>
        </p:txBody>
      </p:sp>
      <p:sp>
        <p:nvSpPr>
          <p:cNvPr id="30" name="!!card3"/>
          <p:cNvSpPr/>
          <p:nvPr/>
        </p:nvSpPr>
        <p:spPr>
          <a:xfrm>
            <a:off x="6233007" y="4206240"/>
            <a:ext cx="5227167" cy="1783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6507327" y="448055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6507327" y="448055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7193127" y="4480559"/>
            <a:ext cx="40384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Keamanan data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6507327" y="5166359"/>
            <a:ext cx="4678527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Sangat sulit menyadap komunikasi fiber optik tanpa terdeteksi.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Ada pertanyaan? Silakan bertanya atau konsultasi lewat grup WhatsApp kelas.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